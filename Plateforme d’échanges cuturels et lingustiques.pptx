
<file path=[Content_Types].xml><?xml version="1.0" encoding="utf-8"?>
<Types xmlns="http://schemas.openxmlformats.org/package/2006/content-types">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1"/>
  </p:notesMasterIdLst>
  <p:handoutMasterIdLst>
    <p:handoutMasterId r:id="rId22"/>
  </p:handoutMasterIdLst>
  <p:sldIdLst>
    <p:sldId id="304" r:id="rId5"/>
    <p:sldId id="314" r:id="rId6"/>
    <p:sldId id="311" r:id="rId7"/>
    <p:sldId id="299" r:id="rId8"/>
    <p:sldId id="308" r:id="rId9"/>
    <p:sldId id="317" r:id="rId10"/>
    <p:sldId id="288" r:id="rId11"/>
    <p:sldId id="310" r:id="rId12"/>
    <p:sldId id="258" r:id="rId13"/>
    <p:sldId id="268" r:id="rId14"/>
    <p:sldId id="318" r:id="rId15"/>
    <p:sldId id="319" r:id="rId16"/>
    <p:sldId id="320" r:id="rId17"/>
    <p:sldId id="303" r:id="rId18"/>
    <p:sldId id="275" r:id="rId19"/>
    <p:sldId id="305" r:id="rId20"/>
  </p:sldIdLst>
  <p:sldSz cx="12192000" cy="6858000"/>
  <p:notesSz cx="6858000" cy="9144000"/>
  <p:defaultTextStyle>
    <a:defPPr rtl="0">
      <a:defRPr lang="fr-CA"/>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6" name="Author" initials="A" lastIdx="0" clrIdx="5"/>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118" autoAdjust="0"/>
    <p:restoredTop sz="93750" autoAdjust="0"/>
  </p:normalViewPr>
  <p:slideViewPr>
    <p:cSldViewPr snapToGrid="0">
      <p:cViewPr varScale="1">
        <p:scale>
          <a:sx n="67" d="100"/>
          <a:sy n="67" d="100"/>
        </p:scale>
        <p:origin x="894" y="78"/>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3" d="100"/>
          <a:sy n="93" d="100"/>
        </p:scale>
        <p:origin x="3708" y="102"/>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heme" Target="theme/theme1.xml"/><Relationship Id="rId3" Type="http://schemas.openxmlformats.org/officeDocument/2006/relationships/customXml" Target="../customXml/item3.xml"/><Relationship Id="rId21" Type="http://schemas.openxmlformats.org/officeDocument/2006/relationships/notesMaster" Target="notesMasters/notesMaster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commentAuthors" Target="commentAuthors.xml"/><Relationship Id="rId28" Type="http://schemas.microsoft.com/office/2018/10/relationships/authors" Target="authors.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handoutMaster" Target="handoutMasters/handoutMaster1.xml"/><Relationship Id="rId27"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r-CA"/>
          </a:p>
        </p:txBody>
      </p:sp>
      <p:sp>
        <p:nvSpPr>
          <p:cNvPr id="3" name="Espace réservé de la date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94338A5F-5FCB-4539-B51E-2FCD78A52491}" type="datetime1">
              <a:rPr lang="fr-CA" smtClean="0"/>
              <a:t>2024-05-29</a:t>
            </a:fld>
            <a:endParaRPr lang="fr-CA"/>
          </a:p>
        </p:txBody>
      </p:sp>
      <p:sp>
        <p:nvSpPr>
          <p:cNvPr id="4" name="Espace réservé du pied de page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r-CA"/>
          </a:p>
        </p:txBody>
      </p:sp>
      <p:sp>
        <p:nvSpPr>
          <p:cNvPr id="5" name="Espace réservé du numéro de diapositive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fr-CA" smtClean="0"/>
              <a:t>‹N°›</a:t>
            </a:fld>
            <a:endParaRPr lang="fr-CA"/>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r-CA" noProof="0"/>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C656281-F94A-4A67-9292-F0660D0C3ADE}" type="datetime1">
              <a:rPr lang="fr-CA" smtClean="0"/>
              <a:pPr/>
              <a:t>2024-05-29</a:t>
            </a:fld>
            <a:endParaRPr lang="fr-CA" dirty="0"/>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fr-CA" noProof="0"/>
          </a:p>
        </p:txBody>
      </p:sp>
      <p:sp>
        <p:nvSpPr>
          <p:cNvPr id="5" name="Espace réservé des rétroaction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r-CA" noProof="0"/>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fr-CA" noProof="0" smtClean="0"/>
              <a:t>‹N°›</a:t>
            </a:fld>
            <a:endParaRPr lang="fr-CA"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rétroaction 2"/>
          <p:cNvSpPr>
            <a:spLocks noGrp="1"/>
          </p:cNvSpPr>
          <p:nvPr>
            <p:ph type="body" idx="1"/>
          </p:nvPr>
        </p:nvSpPr>
        <p:spPr/>
        <p:txBody>
          <a:bodyPr rtlCol="0"/>
          <a:lstStyle/>
          <a:p>
            <a:pPr rtl="0"/>
            <a:endParaRPr lang="fr-CA"/>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CA" smtClean="0"/>
              <a:t>1</a:t>
            </a:fld>
            <a:endParaRPr lang="fr-CA"/>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2</a:t>
            </a:fld>
            <a:endParaRPr lang="fr-CA"/>
          </a:p>
        </p:txBody>
      </p:sp>
    </p:spTree>
    <p:extLst>
      <p:ext uri="{BB962C8B-B14F-4D97-AF65-F5344CB8AC3E}">
        <p14:creationId xmlns:p14="http://schemas.microsoft.com/office/powerpoint/2010/main" val="37101684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3</a:t>
            </a:fld>
            <a:endParaRPr lang="fr-CA"/>
          </a:p>
        </p:txBody>
      </p:sp>
    </p:spTree>
    <p:extLst>
      <p:ext uri="{BB962C8B-B14F-4D97-AF65-F5344CB8AC3E}">
        <p14:creationId xmlns:p14="http://schemas.microsoft.com/office/powerpoint/2010/main" val="22190035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rétroaction 2"/>
          <p:cNvSpPr>
            <a:spLocks noGrp="1"/>
          </p:cNvSpPr>
          <p:nvPr>
            <p:ph type="body" idx="1"/>
          </p:nvPr>
        </p:nvSpPr>
        <p:spPr/>
        <p:txBody>
          <a:bodyPr rtlCol="0"/>
          <a:lstStyle/>
          <a:p>
            <a:pPr rtl="0"/>
            <a:endParaRPr lang="fr-CA"/>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CA" smtClean="0"/>
              <a:t>4</a:t>
            </a:fld>
            <a:endParaRPr lang="fr-CA"/>
          </a:p>
        </p:txBody>
      </p:sp>
    </p:spTree>
    <p:extLst>
      <p:ext uri="{BB962C8B-B14F-4D97-AF65-F5344CB8AC3E}">
        <p14:creationId xmlns:p14="http://schemas.microsoft.com/office/powerpoint/2010/main" val="27815605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5</a:t>
            </a:fld>
            <a:endParaRPr lang="fr-CA"/>
          </a:p>
        </p:txBody>
      </p:sp>
    </p:spTree>
    <p:extLst>
      <p:ext uri="{BB962C8B-B14F-4D97-AF65-F5344CB8AC3E}">
        <p14:creationId xmlns:p14="http://schemas.microsoft.com/office/powerpoint/2010/main" val="1535429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6</a:t>
            </a:fld>
            <a:endParaRPr lang="fr-CA"/>
          </a:p>
        </p:txBody>
      </p:sp>
    </p:spTree>
    <p:extLst>
      <p:ext uri="{BB962C8B-B14F-4D97-AF65-F5344CB8AC3E}">
        <p14:creationId xmlns:p14="http://schemas.microsoft.com/office/powerpoint/2010/main" val="2942354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rétroaction 2"/>
          <p:cNvSpPr>
            <a:spLocks noGrp="1"/>
          </p:cNvSpPr>
          <p:nvPr>
            <p:ph type="body" idx="1"/>
          </p:nvPr>
        </p:nvSpPr>
        <p:spPr/>
        <p:txBody>
          <a:bodyPr rtlCol="0"/>
          <a:lstStyle/>
          <a:p>
            <a:pPr rtl="0"/>
            <a:endParaRPr lang="fr-CA"/>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CA" smtClean="0"/>
              <a:t>7</a:t>
            </a:fld>
            <a:endParaRPr lang="fr-CA"/>
          </a:p>
        </p:txBody>
      </p:sp>
    </p:spTree>
    <p:extLst>
      <p:ext uri="{BB962C8B-B14F-4D97-AF65-F5344CB8AC3E}">
        <p14:creationId xmlns:p14="http://schemas.microsoft.com/office/powerpoint/2010/main" val="208501175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8</a:t>
            </a:fld>
            <a:endParaRPr lang="fr-CA"/>
          </a:p>
        </p:txBody>
      </p:sp>
    </p:spTree>
    <p:extLst>
      <p:ext uri="{BB962C8B-B14F-4D97-AF65-F5344CB8AC3E}">
        <p14:creationId xmlns:p14="http://schemas.microsoft.com/office/powerpoint/2010/main" val="1556961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rétroaction 2"/>
          <p:cNvSpPr>
            <a:spLocks noGrp="1"/>
          </p:cNvSpPr>
          <p:nvPr>
            <p:ph type="body" idx="1"/>
          </p:nvPr>
        </p:nvSpPr>
        <p:spPr/>
        <p:txBody>
          <a:bodyPr rtlCol="0"/>
          <a:lstStyle/>
          <a:p>
            <a:pPr rtl="0"/>
            <a:endParaRPr lang="fr-CA"/>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CA" smtClean="0"/>
              <a:t>9</a:t>
            </a:fld>
            <a:endParaRPr lang="fr-CA"/>
          </a:p>
        </p:txBody>
      </p:sp>
    </p:spTree>
    <p:extLst>
      <p:ext uri="{BB962C8B-B14F-4D97-AF65-F5344CB8AC3E}">
        <p14:creationId xmlns:p14="http://schemas.microsoft.com/office/powerpoint/2010/main" val="32787559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10</a:t>
            </a:fld>
            <a:endParaRPr lang="fr-CA"/>
          </a:p>
        </p:txBody>
      </p:sp>
    </p:spTree>
    <p:extLst>
      <p:ext uri="{BB962C8B-B14F-4D97-AF65-F5344CB8AC3E}">
        <p14:creationId xmlns:p14="http://schemas.microsoft.com/office/powerpoint/2010/main" val="18867225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11</a:t>
            </a:fld>
            <a:endParaRPr lang="fr-CA"/>
          </a:p>
        </p:txBody>
      </p:sp>
    </p:spTree>
    <p:extLst>
      <p:ext uri="{BB962C8B-B14F-4D97-AF65-F5344CB8AC3E}">
        <p14:creationId xmlns:p14="http://schemas.microsoft.com/office/powerpoint/2010/main" val="27505179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12</a:t>
            </a:fld>
            <a:endParaRPr lang="fr-CA"/>
          </a:p>
        </p:txBody>
      </p:sp>
    </p:spTree>
    <p:extLst>
      <p:ext uri="{BB962C8B-B14F-4D97-AF65-F5344CB8AC3E}">
        <p14:creationId xmlns:p14="http://schemas.microsoft.com/office/powerpoint/2010/main" val="285505741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13</a:t>
            </a:fld>
            <a:endParaRPr lang="fr-CA"/>
          </a:p>
        </p:txBody>
      </p:sp>
    </p:spTree>
    <p:extLst>
      <p:ext uri="{BB962C8B-B14F-4D97-AF65-F5344CB8AC3E}">
        <p14:creationId xmlns:p14="http://schemas.microsoft.com/office/powerpoint/2010/main" val="27952059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14</a:t>
            </a:fld>
            <a:endParaRPr lang="fr-CA"/>
          </a:p>
        </p:txBody>
      </p:sp>
    </p:spTree>
    <p:extLst>
      <p:ext uri="{BB962C8B-B14F-4D97-AF65-F5344CB8AC3E}">
        <p14:creationId xmlns:p14="http://schemas.microsoft.com/office/powerpoint/2010/main" val="13203683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15</a:t>
            </a:fld>
            <a:endParaRPr lang="fr-CA"/>
          </a:p>
        </p:txBody>
      </p:sp>
    </p:spTree>
    <p:extLst>
      <p:ext uri="{BB962C8B-B14F-4D97-AF65-F5344CB8AC3E}">
        <p14:creationId xmlns:p14="http://schemas.microsoft.com/office/powerpoint/2010/main" val="341576617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CA"/>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CA" smtClean="0"/>
              <a:t>16</a:t>
            </a:fld>
            <a:endParaRPr lang="fr-CA"/>
          </a:p>
        </p:txBody>
      </p:sp>
    </p:spTree>
    <p:extLst>
      <p:ext uri="{BB962C8B-B14F-4D97-AF65-F5344CB8AC3E}">
        <p14:creationId xmlns:p14="http://schemas.microsoft.com/office/powerpoint/2010/main" val="43028865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Diapositive de titr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fr-CA" noProof="0"/>
              <a:t>6,53</a:t>
            </a:r>
          </a:p>
          <a:p>
            <a:pPr algn="ctr" rtl="0"/>
            <a:endParaRPr lang="fr-CA" noProof="0"/>
          </a:p>
        </p:txBody>
      </p:sp>
      <p:sp>
        <p:nvSpPr>
          <p:cNvPr id="2" name="Titr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fr-CA" noProof="0"/>
              <a:t>CLIQUEZ ICI POUR MODIFIER LE TITRE.</a:t>
            </a:r>
          </a:p>
        </p:txBody>
      </p:sp>
      <p:sp>
        <p:nvSpPr>
          <p:cNvPr id="3" name="Sous-titre 2">
            <a:extLst>
              <a:ext uri="{FF2B5EF4-FFF2-40B4-BE49-F238E27FC236}">
                <a16:creationId xmlns:a16="http://schemas.microsoft.com/office/drawing/2014/main" id="{43D32955-BB06-40DE-A14A-2170FD41AD52}"/>
              </a:ext>
            </a:extLst>
          </p:cNvPr>
          <p:cNvSpPr>
            <a:spLocks noGrp="1"/>
          </p:cNvSpPr>
          <p:nvPr>
            <p:ph type="subTitle" idx="1" hasCustomPrompt="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fr-CA" noProof="0"/>
              <a:t>Cliquez ici pour modifier</a:t>
            </a:r>
          </a:p>
        </p:txBody>
      </p:sp>
      <p:grpSp>
        <p:nvGrpSpPr>
          <p:cNvPr id="10" name="Espace réservé d’image 16" descr="illustration abstraite colorée de bâtiment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fr-CA"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fr-CA"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fr-CA"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fr-CA"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fr-CA"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fr-CA"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fr-CA"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fr-CA"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fr-CA"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fr-CA"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fr-CA"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fr-CA"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fr-CA"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fr-CA"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fr-CA"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fr-CA"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fr-CA"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fr-CA"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fr-CA"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fr-CA"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fr-CA"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fr-CA"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fr-CA"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fr-CA"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fr-CA"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fr-CA"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fr-CA"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fr-CA"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fr-CA"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fr-CA"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fr-CA"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fr-CA"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fr-CA"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fr-CA"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fr-CA"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fr-CA"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fr-CA"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fr-CA"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CA"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fr-CA"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fr-CA"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fr-CA"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fr-CA"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fr-CA"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fr-CA"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fr-CA"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fr-CA"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CA"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CA"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fr-CA"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fr-CA"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fr-CA"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fr-CA"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fr-CA"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fr-CA"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fr-CA"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fr-CA"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fr-CA"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fr-CA"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fr-CA"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CA"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fr-CA"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fr-CA"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fr-CA"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fr-CA"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fr-CA"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fr-CA"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fr-CA"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fr-CA"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fr-CA"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fr-CA"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fr-CA"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fr-CA"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fr-CA"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CA"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fr-CA"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fr-CA"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fr-CA"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fr-CA"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fr-CA"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fr-CA"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fr-CA"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fr-CA"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CA"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fr-CA"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fr-CA"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fr-CA"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CA"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fr-CA"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fr-CA"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fr-CA"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fr-CA"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fr-CA"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fr-CA"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fr-CA"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fr-CA"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CA"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CA"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fr-CA"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fr-CA"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fr-CA"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fr-CA"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fr-CA"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fr-CA"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fr-CA"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fr-CA"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fr-CA"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Qui sommes-no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fr-CA" noProof="0"/>
              <a:t>Titre de la présentation rapide</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8" name="Espace réservé du texte 7">
            <a:extLst>
              <a:ext uri="{FF2B5EF4-FFF2-40B4-BE49-F238E27FC236}">
                <a16:creationId xmlns:a16="http://schemas.microsoft.com/office/drawing/2014/main" id="{1183D993-BA0D-4589-B631-1793D008E888}"/>
              </a:ext>
            </a:extLst>
          </p:cNvPr>
          <p:cNvSpPr>
            <a:spLocks noGrp="1"/>
          </p:cNvSpPr>
          <p:nvPr>
            <p:ph type="body" sz="quarter" idx="13" hasCustomPrompt="1"/>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grpSp>
        <p:nvGrpSpPr>
          <p:cNvPr id="971" name="Espace réservé d’image 986" descr="illustration abstraite colorée de bâtiment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fr-CA"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fr-CA"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fr-CA"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fr-CA"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fr-CA"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fr-CA"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fr-CA"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fr-CA"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fr-CA"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fr-CA"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fr-CA"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fr-CA"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fr-CA"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fr-CA"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fr-CA"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fr-CA"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fr-CA"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fr-CA"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fr-CA"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fr-CA"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fr-CA"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fr-CA"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fr-CA"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fr-CA"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fr-CA"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fr-CA"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fr-CA"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fr-CA"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fr-CA"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fr-CA"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fr-CA"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fr-CA"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fr-CA"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fr-CA"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fr-CA"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fr-CA"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fr-CA"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fr-CA"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fr-CA"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fr-CA"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fr-CA"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fr-CA"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fr-CA"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fr-CA"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fr-CA"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fr-CA"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fr-CA"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fr-CA"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fr-CA"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fr-CA"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fr-CA"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fr-CA"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fr-CA"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fr-CA"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fr-CA"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fr-CA"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fr-CA"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fr-CA"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fr-CA"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fr-CA"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fr-CA"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fr-CA"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fr-CA"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fr-CA"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fr-CA"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fr-CA"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fr-CA"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fr-CA"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fr-CA"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fr-CA"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fr-CA"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fr-CA"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fr-CA"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fr-CA"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fr-CA"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fr-CA"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fr-CA"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fr-CA"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fr-CA"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fr-CA"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fr-CA"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fr-CA"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fr-CA"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fr-CA"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fr-CA"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fr-CA"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fr-CA"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fr-CA"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fr-CA"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fr-CA"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fr-CA"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fr-CA"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fr-CA"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fr-CA"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fr-CA"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fr-CA"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fr-CA"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fr-CA"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fr-CA"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fr-CA"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fr-CA"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fr-CA"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fr-CA"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fr-CA"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fr-CA"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fr-CA"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fr-CA"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fr-CA"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fr-CA"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fr-CA"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fr-CA"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fr-CA"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fr-CA"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fr-CA"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fr-CA"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fr-CA"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fr-CA"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fr-CA"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fr-CA"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fr-CA"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fr-CA"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fr-CA"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fr-CA"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fr-CA"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fr-CA"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fr-CA"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fr-CA"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fr-CA"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fr-CA"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fr-CA"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fr-CA"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fr-CA"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fr-CA"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fr-CA"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fr-CA"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fr-CA"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fr-CA"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fr-CA"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fr-CA"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fr-CA"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fr-CA"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fr-CA"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fr-CA"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fr-CA"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fr-CA"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fr-CA"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fr-CA"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fr-CA"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fr-CA"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fr-CA"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fr-CA"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fr-CA"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fr-CA"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fr-CA"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fr-CA"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fr-CA"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fr-CA"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fr-CA"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fr-CA"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fr-CA"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fr-CA"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fr-CA"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fr-CA"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fr-CA"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fr-CA"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fr-CA"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fr-CA"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fr-CA"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fr-CA"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fr-CA"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fr-CA"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fr-CA"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fr-CA"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fr-CA"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fr-CA"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fr-CA"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fr-CA"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fr-CA"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fr-CA"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fr-CA"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fr-CA"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fr-CA"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fr-CA"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fr-CA"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fr-CA"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fr-CA"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fr-CA"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fr-CA"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fr-CA"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fr-CA"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fr-CA"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fr-CA"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fr-CA"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fr-CA"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fr-CA"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fr-CA"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fr-CA"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fr-CA"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fr-CA"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fr-CA"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fr-CA"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fr-CA"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fr-CA"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fr-CA"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fr-CA"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fr-CA"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fr-CA"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fr-CA"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fr-CA"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fr-CA"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fr-CA"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fr-CA"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fr-CA"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fr-CA"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fr-CA"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fr-CA"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fr-CA"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fr-CA"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fr-CA"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fr-CA"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fr-CA"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fr-CA"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fr-CA"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fr-CA"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fr-CA"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fr-CA"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fr-CA"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fr-CA"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fr-CA"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fr-CA"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fr-CA"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fr-CA"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fr-CA"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fr-CA"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fr-CA"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fr-CA"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fr-CA"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fr-CA"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fr-CA"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fr-CA"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fr-CA"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fr-CA"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fr-CA"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fr-CA"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fr-CA"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fr-CA"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fr-CA"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fr-CA"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fr-CA"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fr-CA"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fr-CA"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fr-CA"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fr-CA"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fr-CA"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fr-CA"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fr-CA"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fr-CA"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fr-CA"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fr-CA"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fr-CA"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fr-CA"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fr-CA"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fr-CA"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fr-CA"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fr-CA"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fr-CA"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fr-CA"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fr-CA"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fr-CA"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fr-CA"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fr-CA"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fr-CA"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fr-CA"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fr-CA"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fr-CA"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fr-CA"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fr-CA"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fr-CA"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fr-CA"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fr-CA"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fr-CA"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fr-CA"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fr-CA"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fr-CA"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fr-CA"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fr-CA"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fr-CA"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fr-CA"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fr-CA"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fr-CA"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fr-CA"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fr-CA"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fr-CA"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fr-CA"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fr-CA"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fr-CA"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fr-CA"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fr-CA"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fr-CA"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fr-CA"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fr-CA"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fr-CA"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fr-CA"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fr-CA"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fr-CA"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fr-CA"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fr-CA"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fr-CA"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fr-CA"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fr-CA"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fr-CA"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fr-CA"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fr-CA"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fr-CA"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fr-CA"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fr-CA"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fr-CA"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fr-CA"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fr-CA"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fr-CA"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fr-CA"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fr-CA"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fr-CA"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fr-CA"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fr-CA"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fr-CA"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fr-CA"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fr-CA"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fr-CA"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fr-CA"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fr-CA"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fr-CA"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fr-CA"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fr-CA"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fr-CA"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fr-CA"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fr-CA"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fr-CA"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fr-CA"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fr-CA"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fr-CA"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fr-CA"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fr-CA"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fr-CA"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fr-CA"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fr-CA"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fr-CA"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fr-CA"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fr-CA"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fr-CA"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fr-CA"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fr-CA"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fr-CA"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fr-CA"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fr-CA"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fr-CA"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fr-CA"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fr-CA"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fr-CA"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fr-CA"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fr-CA"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fr-CA"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fr-CA"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fr-CA"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fr-CA"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fr-CA"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fr-CA"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fr-CA"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fr-CA"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fr-CA"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fr-CA"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fr-CA"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fr-CA"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fr-CA"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fr-CA"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fr-CA"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fr-CA"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fr-CA"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fr-CA"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fr-CA"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fr-CA"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fr-CA"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fr-CA"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fr-CA"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fr-CA"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fr-CA"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fr-CA"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fr-CA"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fr-CA"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fr-CA"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fr-CA"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fr-CA"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fr-CA"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fr-CA"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fr-CA"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fr-CA"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fr-CA"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fr-CA"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fr-CA"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fr-CA"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fr-CA"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fr-CA"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fr-CA"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fr-CA"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fr-CA"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fr-CA"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fr-CA"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fr-CA"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fr-CA"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fr-CA"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fr-CA"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fr-CA"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fr-CA"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fr-CA"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fr-CA"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fr-CA"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fr-CA"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fr-CA"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fr-CA"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fr-CA"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fr-CA"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fr-CA"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fr-CA"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fr-CA"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fr-CA"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fr-CA"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fr-CA"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fr-CA"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fr-CA"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fr-CA"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fr-CA"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fr-CA"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fr-CA"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fr-CA"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fr-CA"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fr-CA"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fr-CA"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fr-CA"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fr-CA"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fr-CA"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fr-CA"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fr-CA"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fr-CA"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fr-CA"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fr-CA"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fr-CA"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fr-CA"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fr-CA"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fr-CA"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fr-CA"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fr-CA"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fr-CA"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fr-CA"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fr-CA"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fr-CA"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fr-CA"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fr-CA"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fr-CA"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fr-CA"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fr-CA"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fr-CA"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fr-CA"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fr-CA"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fr-CA"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fr-CA"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fr-CA"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fr-CA"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fr-CA"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fr-CA"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fr-CA"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fr-CA"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fr-CA"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fr-CA"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fr-CA"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fr-CA"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fr-CA"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fr-CA"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fr-CA"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fr-CA"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fr-CA"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fr-CA"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fr-CA"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fr-CA"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fr-CA"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fr-CA"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fr-CA"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fr-CA"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fr-CA"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fr-CA"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fr-CA"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fr-CA"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fr-CA"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fr-CA"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fr-CA"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fr-CA"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fr-CA"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fr-CA"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fr-CA"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fr-CA"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fr-CA"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fr-CA"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fr-CA"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fr-CA"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fr-CA"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fr-CA"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fr-CA"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fr-CA"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fr-CA"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fr-CA"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fr-CA"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fr-CA"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fr-CA"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fr-CA"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fr-CA"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fr-CA"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fr-CA"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fr-CA"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fr-CA"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fr-CA"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fr-CA"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fr-CA"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fr-CA"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fr-CA"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fr-CA"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fr-CA"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fr-CA"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fr-CA"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fr-CA"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fr-CA"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fr-CA"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fr-CA"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fr-CA"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fr-CA"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fr-CA"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fr-CA"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fr-CA"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fr-CA"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fr-CA"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fr-CA"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fr-CA"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fr-CA"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fr-CA"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fr-CA"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fr-CA"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fr-CA"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fr-CA"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fr-CA"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fr-CA"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fr-CA"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fr-CA"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fr-CA"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fr-CA"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fr-CA"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fr-CA"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fr-CA"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fr-CA"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fr-CA"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fr-CA"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fr-CA"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fr-CA"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fr-CA"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fr-CA"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fr-CA"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fr-CA"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fr-CA"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fr-CA"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fr-CA"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fr-CA"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fr-CA"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fr-CA"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fr-CA"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fr-CA"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fr-CA"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fr-CA"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fr-CA"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fr-CA"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fr-CA"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fr-CA"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fr-CA"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fr-CA"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fr-CA"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fr-CA"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fr-CA"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fr-CA"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fr-CA"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fr-CA"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fr-CA"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fr-CA"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fr-CA"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fr-CA"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fr-CA"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fr-CA"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fr-CA"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fr-CA"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fr-CA"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fr-CA"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fr-CA"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fr-CA"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fr-CA"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fr-CA"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fr-CA"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fr-CA"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fr-CA"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fr-CA"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fr-CA"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fr-CA"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fr-CA"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fr-CA"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fr-CA"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fr-CA"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fr-CA"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fr-CA"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fr-CA"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fr-CA"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CA"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fr-CA"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fr-CA"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fr-CA"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fr-CA"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fr-CA"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fr-CA"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fr-CA"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fr-CA"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fr-CA"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fr-CA"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fr-CA"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fr-CA"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fr-CA"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fr-CA"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fr-CA"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fr-CA"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fr-CA"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fr-CA"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fr-CA"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fr-CA"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fr-CA"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fr-CA"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fr-CA"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fr-CA"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fr-CA"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fr-CA"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fr-CA"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fr-CA"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fr-CA"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fr-CA"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fr-CA"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fr-CA"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fr-CA"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fr-CA"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fr-CA"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fr-CA"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fr-CA"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fr-CA"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fr-CA"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fr-CA"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fr-CA"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fr-CA"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fr-CA"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fr-CA"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fr-CA"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fr-CA"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fr-CA"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fr-CA"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fr-CA"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fr-CA"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fr-CA"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fr-CA"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fr-CA"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fr-CA"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fr-CA"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fr-CA"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fr-CA"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fr-CA"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fr-CA"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fr-CA"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fr-CA"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fr-CA"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fr-CA"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fr-CA"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fr-CA"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fr-CA"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fr-CA"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fr-CA"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fr-CA"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fr-CA"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fr-CA"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fr-CA"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fr-CA"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fr-CA"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fr-CA"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fr-CA"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fr-CA"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fr-CA"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fr-CA"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fr-CA"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fr-CA"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fr-CA"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fr-CA"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fr-CA"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fr-CA"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fr-CA"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fr-CA"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fr-CA"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fr-CA"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fr-CA"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fr-CA"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fr-CA"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fr-CA"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fr-CA"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fr-CA"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fr-CA"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fr-CA"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fr-CA"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fr-CA"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fr-CA"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fr-CA"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fr-CA"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fr-CA"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fr-CA"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fr-CA"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fr-CA"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fr-CA"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fr-CA"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fr-CA"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fr-CA"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fr-CA"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fr-CA"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fr-CA"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fr-CA"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fr-CA"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fr-CA"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fr-CA"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fr-CA"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fr-CA"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fr-CA"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fr-CA"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fr-CA"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fr-CA"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fr-CA"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fr-CA"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fr-CA"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fr-CA"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fr-CA"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fr-CA"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fr-CA"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fr-CA"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fr-CA"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fr-CA"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fr-CA"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fr-CA"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fr-CA"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fr-CA"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fr-CA"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fr-CA"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fr-CA"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fr-CA"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fr-CA"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fr-CA"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fr-CA"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fr-CA"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fr-CA"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fr-CA"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fr-CA"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fr-CA"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fr-CA"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fr-CA"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fr-CA"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fr-CA"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fr-CA"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fr-CA"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fr-CA"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fr-CA"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fr-CA"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fr-CA"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fr-CA"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fr-CA"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fr-CA"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fr-CA"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fr-CA"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fr-CA"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fr-CA"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fr-CA"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fr-CA"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fr-CA"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fr-CA"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fr-CA"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fr-CA"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fr-CA"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fr-CA"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fr-CA"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fr-CA"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fr-CA"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fr-CA"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fr-CA"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fr-CA"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fr-CA"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fr-CA"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fr-CA"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fr-CA"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fr-CA"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fr-CA"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fr-CA"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fr-CA"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fr-CA"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fr-CA"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fr-CA"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fr-CA"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fr-CA"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fr-CA"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fr-CA"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fr-CA"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fr-CA"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fr-CA"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fr-CA"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fr-CA"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fr-CA"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fr-CA"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fr-CA"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fr-CA"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fr-CA"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fr-CA"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fr-CA"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fr-CA"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fr-CA"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fr-CA"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fr-CA"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fr-CA"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fr-CA"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fr-CA"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fr-CA"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fr-CA"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fr-CA"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fr-CA"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fr-CA"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fr-CA"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fr-CA"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fr-CA"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fr-CA"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fr-CA"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fr-CA"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fr-CA"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fr-CA"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fr-CA"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fr-CA"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fr-CA"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fr-CA"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fr-CA"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fr-CA"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fr-CA"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fr-CA"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fr-CA"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fr-CA"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fr-CA"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fr-CA"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fr-CA"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fr-CA"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fr-CA"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fr-CA"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fr-CA"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fr-CA"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fr-CA"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fr-CA"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fr-CA"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fr-CA"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fr-CA"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fr-CA"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fr-CA"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fr-CA"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fr-CA"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fr-CA"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fr-CA"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fr-CA"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fr-CA"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fr-CA"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fr-CA"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fr-CA"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fr-CA"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fr-CA"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fr-CA"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fr-CA"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ème">
    <p:spTree>
      <p:nvGrpSpPr>
        <p:cNvPr id="1" name=""/>
        <p:cNvGrpSpPr/>
        <p:nvPr/>
      </p:nvGrpSpPr>
      <p:grpSpPr>
        <a:xfrm>
          <a:off x="0" y="0"/>
          <a:ext cx="0" cy="0"/>
          <a:chOff x="0" y="0"/>
          <a:chExt cx="0" cy="0"/>
        </a:xfrm>
      </p:grpSpPr>
      <p:grpSp>
        <p:nvGrpSpPr>
          <p:cNvPr id="20" name="Espace réservé d’image 57" descr="illustration abstraite colorée de bâtiment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fr-CA"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fr-CA"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fr-CA"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8" name="Espace réservé du texte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9" name="Espace réservé du texte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0" name="Espace réservé du texte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1" name="Espace réservé du texte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2" name="Espace réservé du texte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3" name="Espace réservé du texte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4" name="Espace réservé du texte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5" name="Espace réservé du texte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8" name="Espace réservé du texte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9" name="Espace réservé du texte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Espace réservé à l’image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fr-CA"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10" name="Espace réservé du texte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1" name="Espace réservé du texte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2" name="Espace réservé du texte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13" name="Espace réservé du texte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9" name="Espace réservé du texte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20" name="Espace réservé du texte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21" name="Espace réservé du texte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modifier le texte.</a:t>
            </a:r>
          </a:p>
        </p:txBody>
      </p:sp>
      <p:sp>
        <p:nvSpPr>
          <p:cNvPr id="22" name="Espace réservé du texte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ICI POUR MODIFIER LE TITRE.</a:t>
            </a:r>
          </a:p>
        </p:txBody>
      </p:sp>
      <p:sp>
        <p:nvSpPr>
          <p:cNvPr id="15" name="Espace réservé du pied de page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fr-CA" noProof="0"/>
              <a:t>Titre du pitch deck</a:t>
            </a:r>
          </a:p>
        </p:txBody>
      </p:sp>
      <p:sp>
        <p:nvSpPr>
          <p:cNvPr id="16" name="Espace réservé du numéro de diapositive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ésentation du produit">
    <p:bg>
      <p:bgPr>
        <a:solidFill>
          <a:schemeClr val="bg1"/>
        </a:solidFill>
        <a:effectLst/>
      </p:bgPr>
    </p:bg>
    <p:spTree>
      <p:nvGrpSpPr>
        <p:cNvPr id="1" name=""/>
        <p:cNvGrpSpPr/>
        <p:nvPr/>
      </p:nvGrpSpPr>
      <p:grpSpPr>
        <a:xfrm>
          <a:off x="0" y="0"/>
          <a:ext cx="0" cy="0"/>
          <a:chOff x="0" y="0"/>
          <a:chExt cx="0" cy="0"/>
        </a:xfrm>
      </p:grpSpPr>
      <p:grpSp>
        <p:nvGrpSpPr>
          <p:cNvPr id="16" name="Espace réservé d’image 1029" descr="illustration abstraite colorée de bâtiment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fr-CA"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fr-CA"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fr-CA"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fr-CA"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fr-CA"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fr-CA"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fr-CA"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fr-CA"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fr-CA"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fr-CA"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fr-CA"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fr-CA"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fr-CA"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fr-CA"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fr-CA"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fr-CA"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fr-CA"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fr-CA"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fr-CA"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CA"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fr-CA"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r-CA"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fr-CA"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fr-CA"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fr-CA"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fr-CA"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fr-CA"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fr-CA"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fr-CA"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fr-CA"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fr-CA"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fr-CA"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fr-CA"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fr-CA"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fr-CA"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fr-CA"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fr-CA"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fr-CA"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fr-CA"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fr-CA"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fr-CA"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fr-CA"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fr-CA"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fr-CA"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fr-CA"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fr-CA"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fr-CA"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fr-CA"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fr-CA"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fr-CA"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fr-CA"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fr-CA"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fr-CA"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fr-CA"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fr-CA"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fr-CA"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fr-CA"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fr-CA"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fr-CA"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fr-CA"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fr-CA"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fr-CA"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fr-CA"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fr-CA"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fr-CA"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fr-CA"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fr-CA"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r-CA"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fr-CA"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fr-CA"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fr-CA"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fr-CA"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fr-CA"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fr-CA"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fr-CA"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fr-CA"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fr-CA"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fr-CA"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fr-CA"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fr-CA"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fr-CA"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fr-CA"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fr-CA"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fr-CA"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fr-CA"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fr-CA"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fr-CA"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fr-CA"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fr-CA"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fr-CA"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fr-CA"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fr-CA"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fr-CA"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fr-CA"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fr-CA"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fr-CA"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fr-CA"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fr-CA"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fr-CA"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fr-CA"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fr-CA"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fr-CA"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fr-CA"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fr-CA"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fr-CA"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fr-CA"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fr-CA"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fr-CA"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fr-CA"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fr-CA"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fr-CA"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fr-CA"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fr-CA"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fr-CA"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fr-CA"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fr-CA"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fr-CA"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fr-CA"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fr-CA"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fr-CA"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fr-CA"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fr-CA"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fr-CA"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fr-CA"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fr-CA"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fr-CA"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fr-CA"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fr-CA"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fr-CA"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fr-CA"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fr-CA"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fr-CA"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fr-CA"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fr-CA"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fr-CA"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fr-CA"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fr-CA"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r-CA"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fr-CA"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fr-CA"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fr-CA"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fr-CA"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fr-CA"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fr-CA"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fr-CA"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fr-CA"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fr-CA"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fr-CA"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r-CA"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fr-CA"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fr-CA"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fr-CA"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r-CA"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fr-CA"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fr-CA"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fr-CA"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fr-CA"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fr-CA"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fr-CA"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fr-CA"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fr-CA"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fr-CA"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fr-CA"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fr-CA"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fr-CA"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fr-CA"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fr-CA"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fr-CA"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fr-CA"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fr-CA"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fr-CA"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r-CA"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r-CA"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r-CA"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fr-CA"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fr-CA"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fr-CA"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fr-CA"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fr-CA"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fr-CA"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fr-CA"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fr-CA"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fr-CA"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fr-CA"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fr-CA"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fr-CA"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fr-CA"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fr-CA"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fr-CA"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fr-CA"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fr-CA"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r-CA"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fr-CA"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fr-CA"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fr-CA"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r-CA"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fr-CA"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fr-CA"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fr-CA"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fr-CA"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r-CA"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fr-CA"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fr-CA"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fr-CA"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fr-CA"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fr-CA"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fr-CA"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fr-CA"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fr-CA"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fr-CA"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fr-CA"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fr-CA"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fr-CA"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fr-CA"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fr-CA"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fr-CA"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fr-CA"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fr-CA"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fr-CA"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fr-CA"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fr-CA"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r-CA"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fr-CA"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fr-CA"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fr-CA"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fr-CA"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fr-CA"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fr-CA"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fr-CA"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fr-CA"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fr-CA"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fr-CA"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r-CA"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fr-CA"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fr-CA"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fr-CA"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fr-CA"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CA"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fr-CA"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fr-CA"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CA"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fr-CA"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fr-CA"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fr-CA"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fr-CA"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fr-CA"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r-CA"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fr-CA"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fr-CA"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fr-CA"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fr-CA"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fr-CA"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fr-CA"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fr-CA"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fr-CA"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fr-CA"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fr-CA"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fr-CA"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fr-CA"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fr-CA"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fr-CA"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fr-CA"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fr-CA"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fr-CA"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r-CA"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fr-CA"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r-CA"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fr-CA"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fr-CA"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fr-CA"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fr-CA"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fr-CA"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fr-CA"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fr-CA"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fr-CA"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r-CA"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fr-CA"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fr-CA"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fr-CA"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fr-CA"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fr-CA"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fr-CA"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fr-CA"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fr-CA"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fr-CA"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fr-CA"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fr-CA"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fr-CA"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fr-CA"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fr-CA"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r-CA"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fr-CA"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fr-CA"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CA"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fr-CA"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fr-CA"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fr-CA"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fr-CA"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fr-CA"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fr-CA"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fr-CA"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fr-CA"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fr-CA"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fr-CA"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fr-CA"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fr-CA"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fr-CA"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fr-CA"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fr-CA"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fr-CA"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fr-CA"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fr-CA"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fr-CA"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fr-CA"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fr-CA"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fr-CA"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fr-CA"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fr-CA"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fr-CA"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fr-CA"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fr-CA"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fr-CA"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r-CA"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fr-CA"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fr-CA"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fr-CA"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fr-CA"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fr-CA"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fr-CA"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fr-CA"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fr-CA"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fr-CA"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fr-CA"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fr-CA"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fr-CA"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fr-CA"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fr-CA"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fr-CA"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fr-CA"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fr-CA"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fr-CA"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r-CA"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fr-CA"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fr-CA"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fr-CA"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fr-CA"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fr-CA"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fr-CA"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fr-CA"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fr-CA"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CA"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fr-CA"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fr-CA"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fr-CA"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fr-CA"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fr-CA"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fr-CA"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fr-CA"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fr-CA"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fr-CA"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fr-CA"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fr-CA"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fr-CA"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fr-CA"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fr-CA"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fr-CA"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fr-CA"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fr-CA"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fr-CA"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fr-CA"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fr-CA"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fr-CA"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fr-CA"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CA"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r-CA"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r-CA"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fr-CA"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CA"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fr-CA"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fr-CA"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fr-CA"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fr-CA"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fr-CA"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fr-CA"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fr-CA"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fr-CA"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fr-CA"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fr-CA"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fr-CA"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fr-CA"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fr-CA"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fr-CA"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fr-CA"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fr-CA"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r-CA"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fr-CA"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fr-CA"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fr-CA"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fr-CA"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r-CA"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fr-CA"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fr-CA"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fr-CA"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fr-CA"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fr-CA"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fr-CA"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fr-CA"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fr-CA"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fr-CA"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fr-CA"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fr-CA"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fr-CA"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fr-CA"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fr-CA"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fr-CA"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fr-CA"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r-CA"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fr-CA"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fr-CA"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fr-CA"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fr-CA"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fr-CA"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fr-CA"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fr-CA"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fr-CA"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fr-CA"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fr-CA"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fr-CA"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fr-CA"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fr-CA"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fr-CA"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fr-CA"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fr-CA"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fr-CA"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fr-CA"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fr-CA"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fr-CA"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fr-CA"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fr-CA"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fr-CA"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fr-CA"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fr-CA"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fr-CA"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fr-CA"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fr-CA"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fr-CA"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fr-CA"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fr-CA"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fr-CA"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fr-CA"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fr-CA"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fr-CA"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fr-CA"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fr-CA"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fr-CA"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fr-CA"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fr-CA"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r-CA"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fr-CA"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fr-CA"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r-CA"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fr-CA"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fr-CA"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fr-CA"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fr-CA"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fr-CA"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CA"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fr-CA"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fr-CA"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fr-CA"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fr-CA"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fr-CA"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fr-CA"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fr-CA"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fr-CA"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fr-CA"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fr-CA"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fr-CA"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fr-CA"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fr-CA"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fr-CA"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fr-CA"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fr-CA"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fr-CA"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fr-CA"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fr-CA"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fr-CA"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fr-CA"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fr-CA"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fr-CA"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fr-CA"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fr-CA"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fr-CA"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fr-CA"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fr-CA"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fr-CA"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fr-CA"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r-CA"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fr-CA"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fr-CA"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fr-CA"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fr-CA"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CA"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fr-CA"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fr-CA"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CA"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fr-CA"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r-CA"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fr-CA"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fr-CA"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fr-CA"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fr-CA"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fr-CA"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fr-CA"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fr-CA"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fr-CA"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fr-CA"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fr-CA"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fr-CA"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fr-CA"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fr-CA"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fr-CA"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fr-CA"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fr-CA"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r-CA"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fr-CA"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fr-CA"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fr-CA"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fr-CA"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fr-CA"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fr-CA"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fr-CA"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fr-CA"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fr-CA"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fr-CA"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fr-CA"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fr-CA"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fr-CA"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fr-CA"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fr-CA"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fr-CA"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fr-CA"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fr-CA"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fr-CA"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fr-CA"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fr-CA"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fr-CA"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fr-CA"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fr-CA"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fr-CA"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fr-CA"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fr-CA"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fr-CA"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fr-CA"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fr-CA"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fr-CA"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fr-CA"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fr-CA"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fr-CA"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fr-CA"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fr-CA"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fr-CA"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fr-CA"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fr-CA"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fr-CA"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fr-CA"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fr-CA"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fr-CA"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fr-CA"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fr-CA"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fr-CA"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fr-CA"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fr-CA"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fr-CA"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fr-CA"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fr-CA"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fr-CA"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fr-CA"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fr-CA"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fr-CA"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fr-CA"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fr-CA"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fr-CA"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fr-CA"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fr-CA"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fr-CA"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fr-CA"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fr-CA"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fr-CA"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fr-CA"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fr-CA"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fr-CA"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fr-CA"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fr-CA"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fr-CA"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fr-CA"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fr-CA"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fr-CA"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fr-CA"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fr-CA"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fr-CA"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fr-CA"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fr-CA"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fr-CA"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fr-CA"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fr-CA"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fr-CA"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fr-CA"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fr-CA"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fr-CA"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fr-CA"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fr-CA"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fr-CA"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fr-CA"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r-CA"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fr-CA"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fr-CA"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fr-CA"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fr-CA"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fr-CA"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fr-CA"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fr-CA"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fr-CA"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fr-CA"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fr-CA"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fr-CA"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fr-CA"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fr-CA"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r-CA"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fr-CA"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fr-CA"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CA"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fr-CA"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fr-CA"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fr-CA"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fr-CA"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r-CA" noProof="0"/>
              <a:t>1/7/20XX</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r-CA" noProof="0" smtClean="0"/>
              <a:pPr rtl="0"/>
              <a:t>‹N°›</a:t>
            </a:fld>
            <a:endParaRPr lang="fr-CA" noProof="0"/>
          </a:p>
        </p:txBody>
      </p:sp>
      <p:sp>
        <p:nvSpPr>
          <p:cNvPr id="10" name="Espace réservé du texte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21" name="Espace réservé du texte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17" name="Espace réservé du texte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18" name="Espace réservé du texte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19" name="Espace réservé du texte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22" name="Espace réservé du texte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23" name="Espace réservé du texte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24" name="Espace réservé du texte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fr-CA" noProof="0"/>
              <a:t>Titre de la présentation rapide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Avantages du produit">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cxnSp>
        <p:nvCxnSpPr>
          <p:cNvPr id="27" name="Connecteur droit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13" name="Espace réservé du contenu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19" name="Espace réservé du contenu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22" name="Espace réservé du contenu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23" name="Espace réservé du texte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34" name="Espace réservé du texte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35" name="Espace réservé du texte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En-têt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fr-CA" noProof="0"/>
              <a:t>CLIQUEZ ICI POUR MODIFIER LE TITRE.</a:t>
            </a:r>
          </a:p>
        </p:txBody>
      </p:sp>
      <p:grpSp>
        <p:nvGrpSpPr>
          <p:cNvPr id="7" name="Espace réservé d’image 795" descr="illustration abstraite colorée de bâtiment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fr-CA"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fr-CA"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fr-CA"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fr-CA"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fr-CA"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fr-CA"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fr-CA"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fr-CA"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fr-CA"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fr-CA"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fr-CA"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fr-CA"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fr-CA"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fr-CA"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fr-CA"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fr-CA"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fr-CA"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fr-CA"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fr-CA"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fr-CA"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fr-CA"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fr-CA"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fr-CA"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fr-CA"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fr-CA"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CA"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r-CA"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fr-CA"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fr-CA"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r-CA"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fr-CA"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fr-CA"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fr-CA"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fr-CA"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fr-CA"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fr-CA"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fr-CA"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fr-CA"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fr-CA"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fr-CA"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fr-CA"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fr-CA"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fr-CA"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fr-CA"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fr-CA"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fr-CA"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fr-CA"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fr-CA"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fr-CA"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fr-CA"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fr-CA"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fr-CA"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fr-CA"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fr-CA"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fr-CA"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fr-CA"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fr-CA"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fr-CA"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fr-CA"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fr-CA"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fr-CA"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fr-CA"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fr-CA"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fr-CA"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fr-CA"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fr-CA"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fr-CA"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fr-CA"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fr-CA"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fr-CA"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fr-CA"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fr-CA"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fr-CA"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fr-CA"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fr-CA"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fr-CA"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fr-CA"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fr-CA"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fr-CA"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fr-CA"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fr-CA"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fr-CA"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fr-CA"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fr-CA"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fr-CA"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fr-CA"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r-CA"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fr-CA"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fr-CA"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fr-CA"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fr-CA"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fr-CA"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fr-CA"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fr-CA"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fr-CA"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fr-CA"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fr-CA"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fr-CA"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fr-CA"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fr-CA"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fr-CA"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fr-CA"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fr-CA"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fr-CA"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fr-CA"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fr-CA"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fr-CA"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fr-CA"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fr-CA"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fr-CA"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fr-CA"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fr-CA"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fr-CA"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fr-CA"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fr-CA"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fr-CA"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fr-CA"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fr-CA"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fr-CA"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fr-CA"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fr-CA"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fr-CA"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fr-CA"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fr-CA"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fr-CA"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fr-CA"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r-CA"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fr-CA"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fr-CA"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fr-CA"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fr-CA"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fr-CA"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fr-CA"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fr-CA"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fr-CA"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fr-CA"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fr-CA"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fr-CA"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fr-CA"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fr-CA"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fr-CA"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fr-CA"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r-CA"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fr-CA"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fr-CA"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fr-CA"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fr-CA"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fr-CA"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fr-CA"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fr-CA"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fr-CA"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fr-CA"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fr-CA"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fr-CA"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fr-CA"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fr-CA"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fr-CA"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fr-CA"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fr-CA"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fr-CA"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fr-CA"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fr-CA"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fr-CA"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fr-CA"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fr-CA"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fr-CA"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fr-CA"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fr-CA"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fr-CA"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fr-CA"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fr-CA"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fr-CA"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fr-CA"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fr-CA"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fr-CA"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fr-CA"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fr-CA"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fr-CA"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fr-CA"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fr-CA"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fr-CA"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fr-CA"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fr-CA"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fr-CA"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fr-CA"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fr-CA"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fr-CA"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fr-CA"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fr-CA"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fr-CA"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fr-CA"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fr-CA"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fr-CA"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fr-CA"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fr-CA"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fr-CA"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fr-CA"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fr-CA"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fr-CA"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fr-CA"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fr-CA"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fr-CA"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fr-CA"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fr-CA"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fr-CA"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fr-CA"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fr-CA"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fr-CA"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fr-CA"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fr-CA"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fr-CA"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fr-CA"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fr-CA"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fr-CA"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fr-CA"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fr-CA"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fr-CA"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fr-CA"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fr-CA"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fr-CA"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fr-CA"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fr-CA"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fr-CA"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fr-CA"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fr-CA"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fr-CA"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fr-CA"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fr-CA"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fr-CA"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fr-CA"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fr-CA"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fr-CA"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fr-CA"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fr-CA"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fr-CA"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fr-CA"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fr-CA"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fr-CA"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fr-CA"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fr-CA"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fr-CA"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fr-CA"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fr-CA"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fr-CA"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fr-CA"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fr-CA"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fr-CA"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fr-CA"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fr-CA"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fr-CA"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fr-CA"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fr-CA"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fr-CA"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fr-CA"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fr-CA"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fr-CA"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fr-CA"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fr-CA"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fr-CA"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fr-CA"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fr-CA"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fr-CA"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fr-CA"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fr-CA"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fr-CA"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fr-CA"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fr-CA"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fr-CA"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fr-CA"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fr-CA"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fr-CA"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fr-CA"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fr-CA"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fr-CA"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fr-CA"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fr-CA"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fr-CA"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r-CA"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fr-CA"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fr-CA"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fr-CA"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fr-CA"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fr-CA"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fr-CA"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fr-CA"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fr-CA"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fr-CA"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fr-CA"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fr-CA"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fr-CA"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fr-CA"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fr-CA"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fr-CA"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fr-CA"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fr-CA"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fr-CA"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fr-CA"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fr-CA"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fr-CA"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fr-CA"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fr-CA"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fr-CA"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fr-CA"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fr-CA"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fr-CA"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fr-CA"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fr-CA"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fr-CA"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fr-CA"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fr-CA"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fr-CA"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fr-CA"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fr-CA"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fr-CA"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fr-CA"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fr-CA"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fr-CA"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fr-CA"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fr-CA"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fr-CA"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fr-CA"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fr-CA"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fr-CA"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fr-CA"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fr-CA"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fr-CA"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fr-CA"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fr-CA"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fr-CA"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fr-CA"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fr-CA"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fr-CA"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fr-CA"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fr-CA"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fr-CA"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fr-CA"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fr-CA"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fr-CA"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fr-CA"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Modèle commercia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cxnSp>
        <p:nvCxnSpPr>
          <p:cNvPr id="8" name="Connecteur droit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13" name="Espace réservé du contenu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17" name="Espace réservé du texte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19" name="Espace réservé du contenu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20" name="Espace réservé du texte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22" name="Espace réservé du contenu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CA" noProof="0"/>
              <a:t>icône</a:t>
            </a:r>
          </a:p>
        </p:txBody>
      </p:sp>
      <p:sp>
        <p:nvSpPr>
          <p:cNvPr id="23" name="Espace réservé du texte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15" name="Espace réservé du texte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CA" noProof="0"/>
              <a:t>PUCE 2</a:t>
            </a:r>
          </a:p>
        </p:txBody>
      </p:sp>
      <p:sp>
        <p:nvSpPr>
          <p:cNvPr id="16" name="Espace réservé du texte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CA" noProof="0"/>
              <a:t>PUCE 3</a:t>
            </a:r>
          </a:p>
        </p:txBody>
      </p:sp>
      <p:sp>
        <p:nvSpPr>
          <p:cNvPr id="24" name="Espace réservé du texte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CA" noProof="0"/>
              <a:t>PUCE 4</a:t>
            </a:r>
          </a:p>
        </p:txBody>
      </p:sp>
      <p:cxnSp>
        <p:nvCxnSpPr>
          <p:cNvPr id="10" name="Connecteur droit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eur droit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Vue d’ensemble du marché">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cxnSp>
        <p:nvCxnSpPr>
          <p:cNvPr id="11" name="Connecteur droit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r-CA" noProof="0"/>
              <a:t>Modifiez le style du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CA" noProof="0" smtClean="0"/>
              <a:pPr rtl="0"/>
              <a:t>‹N°›</a:t>
            </a:fld>
            <a:endParaRPr lang="fr-CA" noProof="0"/>
          </a:p>
        </p:txBody>
      </p:sp>
      <p:sp>
        <p:nvSpPr>
          <p:cNvPr id="16" name="Espace réservé du texte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r-CA" noProof="0"/>
              <a:t>1</a:t>
            </a:r>
          </a:p>
        </p:txBody>
      </p:sp>
      <p:sp>
        <p:nvSpPr>
          <p:cNvPr id="17" name="Espace réservé du texte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r-CA" noProof="0"/>
              <a:t>2</a:t>
            </a:r>
          </a:p>
        </p:txBody>
      </p:sp>
      <p:sp>
        <p:nvSpPr>
          <p:cNvPr id="18" name="Espace réservé du texte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r-CA" noProof="0"/>
              <a:t>3</a:t>
            </a:r>
          </a:p>
        </p:txBody>
      </p:sp>
      <p:sp>
        <p:nvSpPr>
          <p:cNvPr id="20" name="Espace réservé du texte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r-CA" noProof="0"/>
              <a:t>Description de la section</a:t>
            </a:r>
          </a:p>
        </p:txBody>
      </p:sp>
      <p:sp>
        <p:nvSpPr>
          <p:cNvPr id="21" name="Espace réservé du texte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r-CA" noProof="0"/>
              <a:t>Description de la section</a:t>
            </a:r>
          </a:p>
        </p:txBody>
      </p:sp>
      <p:sp>
        <p:nvSpPr>
          <p:cNvPr id="9" name="Espace réservé du texte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24" name="Espace réservé de la date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r-CA" noProof="0"/>
              <a:t>1/7/20XX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Comparaison du march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r-CA" noProof="0"/>
              <a:t>CLIQUEZ ICI POUR MODIFIER LE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CA" noProof="0" smtClean="0"/>
              <a:pPr rtl="0"/>
              <a:t>‹N°›</a:t>
            </a:fld>
            <a:endParaRPr lang="fr-CA" noProof="0"/>
          </a:p>
        </p:txBody>
      </p:sp>
      <p:sp>
        <p:nvSpPr>
          <p:cNvPr id="16" name="Espace réservé du texte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r-CA" noProof="0"/>
              <a:t>1</a:t>
            </a:r>
          </a:p>
        </p:txBody>
      </p:sp>
      <p:sp>
        <p:nvSpPr>
          <p:cNvPr id="17" name="Espace réservé du texte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r-CA" noProof="0"/>
              <a:t>2</a:t>
            </a:r>
          </a:p>
        </p:txBody>
      </p:sp>
      <p:sp>
        <p:nvSpPr>
          <p:cNvPr id="18" name="Espace réservé du texte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r-CA" noProof="0"/>
              <a:t>3</a:t>
            </a:r>
          </a:p>
        </p:txBody>
      </p:sp>
      <p:sp>
        <p:nvSpPr>
          <p:cNvPr id="20" name="Espace réservé du texte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r-CA" noProof="0"/>
              <a:t>Description de la section</a:t>
            </a:r>
          </a:p>
        </p:txBody>
      </p:sp>
      <p:sp>
        <p:nvSpPr>
          <p:cNvPr id="21" name="Espace réservé du texte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r-CA" noProof="0"/>
              <a:t>Description de la section</a:t>
            </a:r>
          </a:p>
        </p:txBody>
      </p:sp>
      <p:sp>
        <p:nvSpPr>
          <p:cNvPr id="4" name="Espace réservé du texte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CA" noProof="0"/>
              <a:t>EN-TÊTE DE SECTION</a:t>
            </a:r>
          </a:p>
        </p:txBody>
      </p:sp>
      <p:sp>
        <p:nvSpPr>
          <p:cNvPr id="9" name="Espace réservé du texte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Description de la section</a:t>
            </a:r>
          </a:p>
        </p:txBody>
      </p:sp>
      <p:sp>
        <p:nvSpPr>
          <p:cNvPr id="22" name="Espace réservé du texte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CA" noProof="0"/>
              <a:t>EN-TÊTE DE SECTION</a:t>
            </a:r>
          </a:p>
        </p:txBody>
      </p:sp>
      <p:sp>
        <p:nvSpPr>
          <p:cNvPr id="23" name="Espace réservé du texte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CA" noProof="0"/>
              <a:t>EN-TÊTE DE SECTION</a:t>
            </a:r>
          </a:p>
        </p:txBody>
      </p:sp>
      <p:sp>
        <p:nvSpPr>
          <p:cNvPr id="19" name="Espace réservé de la date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r-CA" noProof="0"/>
              <a:t>1/7/20XX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a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cxnSp>
        <p:nvCxnSpPr>
          <p:cNvPr id="13" name="Connecteur droit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vl1pPr>
          </a:lstStyle>
          <a:p>
            <a:pPr rtl="0"/>
            <a:r>
              <a:rPr lang="fr-FR" noProof="0"/>
              <a:t>Modifiez le style du titre</a:t>
            </a:r>
            <a:endParaRPr lang="fr-CA" noProof="0"/>
          </a:p>
        </p:txBody>
      </p:sp>
      <p:sp>
        <p:nvSpPr>
          <p:cNvPr id="3" name="Espace réservé du texte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CA" noProof="0"/>
              <a:t>MODIFIEZ LES STYLES DU TEXTE</a:t>
            </a:r>
          </a:p>
        </p:txBody>
      </p:sp>
      <p:sp>
        <p:nvSpPr>
          <p:cNvPr id="4" name="Espace réservé du contenu 3">
            <a:extLst>
              <a:ext uri="{FF2B5EF4-FFF2-40B4-BE49-F238E27FC236}">
                <a16:creationId xmlns:a16="http://schemas.microsoft.com/office/drawing/2014/main" id="{A91BC8B9-8F2B-4131-A090-0ACBEEE80BB7}"/>
              </a:ext>
            </a:extLst>
          </p:cNvPr>
          <p:cNvSpPr>
            <a:spLocks noGrp="1"/>
          </p:cNvSpPr>
          <p:nvPr>
            <p:ph sz="half" idx="2" hasCustomPrompt="1"/>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5" name="Espace réservé du texte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CA" noProof="0"/>
              <a:t>MODIFIEZ LES STYLES DU TEXTE</a:t>
            </a:r>
          </a:p>
        </p:txBody>
      </p:sp>
      <p:sp>
        <p:nvSpPr>
          <p:cNvPr id="6" name="Espace réservé du contenu 5">
            <a:extLst>
              <a:ext uri="{FF2B5EF4-FFF2-40B4-BE49-F238E27FC236}">
                <a16:creationId xmlns:a16="http://schemas.microsoft.com/office/drawing/2014/main" id="{0596ED23-22F0-421E-849C-630BEABF8BD0}"/>
              </a:ext>
            </a:extLst>
          </p:cNvPr>
          <p:cNvSpPr>
            <a:spLocks noGrp="1"/>
          </p:cNvSpPr>
          <p:nvPr>
            <p:ph sz="quarter" idx="4" hasCustomPrompt="1"/>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7" name="Espace réservé de la date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fr-CA" noProof="0"/>
              <a:t>1/7/20XX</a:t>
            </a:r>
          </a:p>
        </p:txBody>
      </p:sp>
      <p:sp>
        <p:nvSpPr>
          <p:cNvPr id="8" name="Espace réservé du pied de page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fr-CA" noProof="0"/>
              <a:t>Titre du pitch deck</a:t>
            </a:r>
          </a:p>
        </p:txBody>
      </p:sp>
      <p:sp>
        <p:nvSpPr>
          <p:cNvPr id="9" name="Espace réservé du numéro de diapositive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fr-FR" noProof="0"/>
              <a:t>Modifiez le style du titre</a:t>
            </a:r>
            <a:endParaRPr lang="fr-CA" noProof="0"/>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CA" noProof="0" smtClean="0"/>
              <a:pPr rtl="0"/>
              <a:t>‹N°›</a:t>
            </a:fld>
            <a:endParaRPr lang="fr-CA" noProof="0"/>
          </a:p>
        </p:txBody>
      </p:sp>
      <p:sp>
        <p:nvSpPr>
          <p:cNvPr id="10" name="Espace réservé du texte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r-CA" noProof="0"/>
              <a:t>TITRE DU QUADRANT</a:t>
            </a:r>
          </a:p>
        </p:txBody>
      </p:sp>
      <p:sp>
        <p:nvSpPr>
          <p:cNvPr id="11" name="Espace réservé du texte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r-CA" noProof="0"/>
              <a:t>TITRE DU QUADRANT</a:t>
            </a:r>
          </a:p>
        </p:txBody>
      </p:sp>
      <p:sp>
        <p:nvSpPr>
          <p:cNvPr id="12" name="Espace réservé du texte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fr-CA" noProof="0"/>
              <a:t>TITRE DU QUADRANT</a:t>
            </a:r>
          </a:p>
        </p:txBody>
      </p:sp>
      <p:sp>
        <p:nvSpPr>
          <p:cNvPr id="13" name="Espace réservé du texte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fr-CA" noProof="0"/>
              <a:t>TITRE DU QUADRANT</a:t>
            </a:r>
          </a:p>
        </p:txBody>
      </p:sp>
      <p:cxnSp>
        <p:nvCxnSpPr>
          <p:cNvPr id="5" name="Connecteur droit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necteur droit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Espace réservé de la date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fr-CA" noProof="0"/>
              <a:t>1/7/20XX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Stratégie de croissance">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21" name="Espace réservé du texte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32" name="Espace réservé du texte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34" name="Espace réservé du texte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10" name="Espace réservé du texte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fr-CA" noProof="0"/>
              <a:t>CLIQUEZ ICI POUR MODIFIER LE TITRE.</a:t>
            </a:r>
          </a:p>
        </p:txBody>
      </p:sp>
      <p:sp>
        <p:nvSpPr>
          <p:cNvPr id="20" name="Espace réservé du texte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31" name="Espace réservé du texte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
        <p:nvSpPr>
          <p:cNvPr id="33" name="Espace réservé du texte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grpSp>
        <p:nvGrpSpPr>
          <p:cNvPr id="956" name="Espace réservé d’image 1925" descr="illustration abstraite colorée de bâtiment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fr-CA"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fr-CA"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fr-CA"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fr-CA"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fr-CA"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fr-CA"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fr-CA"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fr-CA"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fr-CA"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fr-CA"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fr-CA"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fr-CA"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fr-CA"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fr-CA"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fr-CA"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fr-CA"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fr-CA"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fr-CA"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fr-CA"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fr-CA"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fr-CA"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fr-CA"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fr-CA"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fr-CA"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fr-CA"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fr-CA"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fr-CA"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fr-CA"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fr-CA"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fr-CA"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fr-CA"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fr-CA"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fr-CA"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fr-CA"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fr-CA"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fr-CA"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fr-CA"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fr-CA"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fr-CA"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fr-CA"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fr-CA"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fr-CA"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fr-CA"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fr-CA"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fr-CA"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fr-CA"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fr-CA"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fr-CA"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fr-CA"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fr-CA"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fr-CA"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fr-CA"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fr-CA"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fr-CA"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fr-CA"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fr-CA"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fr-CA"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fr-CA"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fr-CA"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fr-CA"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fr-CA"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fr-CA"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fr-CA"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fr-CA"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fr-CA"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fr-CA"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fr-CA"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fr-CA"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fr-CA"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fr-CA"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fr-CA"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fr-CA"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fr-CA"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fr-CA"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fr-CA"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fr-CA"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fr-CA"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fr-CA"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fr-CA"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fr-CA"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fr-CA"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fr-CA"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fr-CA"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fr-CA"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fr-CA"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r-CA"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fr-CA"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fr-CA"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fr-CA"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fr-CA"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r-CA"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fr-CA"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fr-CA"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fr-CA"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fr-CA"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fr-CA"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fr-CA"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fr-CA"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fr-CA"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fr-CA"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fr-CA"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fr-CA"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fr-CA"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fr-CA"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fr-CA"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fr-CA"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fr-CA"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fr-CA"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fr-CA"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fr-CA"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fr-CA"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fr-CA"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fr-CA"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fr-CA"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fr-CA"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fr-CA"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fr-CA"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fr-CA"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fr-CA"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fr-CA"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fr-CA"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fr-CA"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fr-CA"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fr-CA"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fr-CA"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fr-CA"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fr-CA"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fr-CA"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fr-CA"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fr-CA"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fr-CA"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fr-CA"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fr-CA"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fr-CA"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fr-CA"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fr-CA"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fr-CA"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fr-CA"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fr-CA"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fr-CA"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fr-CA"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fr-CA"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fr-CA"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fr-CA"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fr-CA"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fr-CA"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fr-CA"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fr-CA"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fr-CA"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fr-CA"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fr-CA"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fr-CA"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fr-CA"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fr-CA"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fr-CA"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fr-CA"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fr-CA"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fr-CA"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fr-CA"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fr-CA"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fr-CA"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fr-CA"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fr-CA"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r-CA"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fr-CA"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fr-CA"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fr-CA"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r-CA"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fr-CA"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r-CA"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fr-CA"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fr-CA"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fr-CA"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fr-CA"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fr-CA"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fr-CA"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fr-CA"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fr-CA"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fr-CA"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fr-CA"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fr-CA"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fr-CA"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fr-CA"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fr-CA"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fr-CA"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fr-CA"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fr-CA"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fr-CA"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fr-CA"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fr-CA"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fr-CA"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fr-CA"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fr-CA"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fr-CA"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fr-CA"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fr-CA"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fr-CA"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fr-CA"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fr-CA"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fr-CA"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fr-CA"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fr-CA"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fr-CA"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fr-CA"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fr-CA"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fr-CA"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fr-CA"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fr-CA"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fr-CA"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fr-CA"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fr-CA"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fr-CA"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fr-CA"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fr-CA"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fr-CA"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fr-CA"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fr-CA"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fr-CA"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fr-CA"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fr-CA"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fr-CA"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fr-CA"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fr-CA"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fr-CA"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fr-CA"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fr-CA"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fr-CA"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fr-CA"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fr-CA"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fr-CA"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fr-CA"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fr-CA"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fr-CA"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fr-CA"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fr-CA"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fr-CA"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fr-CA"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fr-CA"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fr-CA"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fr-CA"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fr-CA"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fr-CA"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fr-CA"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r-CA"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fr-CA"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fr-CA"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fr-CA"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fr-CA"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fr-CA"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fr-CA"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fr-CA"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fr-CA"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fr-CA"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fr-CA"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fr-CA"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r-CA"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fr-CA"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fr-CA"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fr-CA"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fr-CA"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fr-CA"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fr-CA"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r-CA"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r-CA"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r-CA"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fr-CA"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fr-CA"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fr-CA"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fr-CA"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fr-CA"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fr-CA"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fr-CA"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fr-CA"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fr-CA"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fr-CA"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fr-CA"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r-CA"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fr-CA"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fr-CA"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fr-CA"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fr-CA"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fr-CA"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fr-CA"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r-CA"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fr-CA"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fr-CA"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r-CA"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r-CA"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r-CA"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fr-CA"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r-CA"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fr-CA"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fr-CA"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fr-CA"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fr-CA"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fr-CA"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fr-CA"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fr-CA"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fr-CA"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fr-CA"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fr-CA"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fr-CA"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fr-CA"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fr-CA"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fr-CA"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fr-CA"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fr-CA"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fr-CA"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fr-CA"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fr-CA"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fr-CA"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fr-CA"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r-CA"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fr-CA"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fr-CA"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fr-CA"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fr-CA"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fr-CA"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fr-CA"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fr-CA"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fr-CA"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fr-CA"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fr-CA"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fr-CA"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fr-CA"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fr-CA"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fr-CA"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fr-CA"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fr-CA"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fr-CA"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fr-CA"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r-CA"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fr-CA"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fr-CA"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fr-CA"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fr-CA"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fr-CA"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r-CA"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fr-CA"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fr-CA"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fr-CA"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fr-CA"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fr-CA"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fr-CA"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fr-CA"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fr-CA"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fr-CA"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fr-CA"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fr-CA"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fr-CA"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fr-CA"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fr-CA"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fr-CA"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fr-CA"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fr-CA"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fr-CA"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fr-CA"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fr-CA"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fr-CA"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fr-CA"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fr-CA"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fr-CA"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fr-CA"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fr-CA"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fr-CA"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fr-CA"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fr-CA"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fr-CA"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fr-CA"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fr-CA"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fr-CA"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fr-CA"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fr-CA"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fr-CA"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fr-CA"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fr-CA"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fr-CA"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fr-CA"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fr-CA"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fr-CA"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fr-CA"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fr-CA"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fr-CA"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fr-CA"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fr-CA"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fr-CA"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fr-CA"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fr-CA"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fr-CA"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fr-CA"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fr-CA"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r-CA"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fr-CA"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fr-CA"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fr-CA"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r-CA"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fr-CA"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r-CA"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fr-CA"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fr-CA"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fr-CA"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fr-CA"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fr-CA"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fr-CA"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fr-CA"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fr-CA"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fr-CA"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fr-CA"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fr-CA"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fr-CA"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fr-CA"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fr-CA"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fr-CA"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fr-CA"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fr-CA"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fr-CA"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fr-CA"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fr-CA"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fr-CA"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fr-CA"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fr-CA"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fr-CA"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fr-CA"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fr-CA"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fr-CA"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fr-CA"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fr-CA"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fr-CA"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fr-CA"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fr-CA"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fr-CA"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fr-CA"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fr-CA"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fr-CA"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fr-CA"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r-CA"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fr-CA"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fr-CA"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fr-CA"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fr-CA"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fr-CA"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fr-CA"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r-CA"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fr-CA"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fr-CA"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fr-CA"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fr-CA"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fr-CA"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r-CA"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r-CA"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fr-CA"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fr-CA"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fr-CA"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r-CA"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fr-CA"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fr-CA"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fr-CA"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fr-CA"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fr-CA"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fr-CA"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fr-CA"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fr-CA"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fr-CA"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fr-CA"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fr-CA"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fr-CA"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fr-CA"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fr-CA"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fr-CA"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fr-CA"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fr-CA"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fr-CA"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fr-CA"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fr-CA"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fr-CA"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fr-CA"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fr-CA"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fr-CA"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fr-CA"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fr-CA"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fr-CA"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fr-CA"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fr-CA"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fr-CA"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fr-CA"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fr-CA"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fr-CA"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fr-CA"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fr-CA"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r-CA"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fr-CA"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fr-CA"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fr-CA"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fr-CA"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fr-CA"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fr-CA"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fr-CA"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fr-CA"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fr-CA"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fr-CA"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fr-CA"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fr-CA"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fr-CA"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fr-CA"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fr-CA"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fr-CA"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fr-CA"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fr-CA"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fr-CA"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fr-CA"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fr-CA"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fr-CA"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fr-CA"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fr-CA"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fr-CA"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fr-CA"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fr-CA"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fr-CA"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fr-CA"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fr-CA"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fr-CA"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fr-CA"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fr-CA"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r-CA"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fr-CA"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fr-CA"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fr-CA"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fr-CA"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fr-CA"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fr-CA"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fr-CA"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fr-CA"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fr-CA"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fr-CA"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fr-CA"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fr-CA"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fr-CA"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fr-CA"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fr-CA"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fr-CA"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fr-CA"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fr-CA"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fr-CA"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fr-CA"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fr-CA"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fr-CA"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fr-CA"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fr-CA"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fr-CA"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fr-CA"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fr-CA"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fr-CA"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fr-CA"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fr-CA"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fr-CA"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fr-CA"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fr-CA"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fr-CA"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fr-CA"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fr-CA"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fr-CA"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fr-CA"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fr-CA"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fr-CA"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fr-CA"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fr-CA"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fr-CA"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fr-CA"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fr-CA"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fr-CA"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fr-CA"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fr-CA"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fr-CA"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fr-CA"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fr-CA"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fr-CA"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fr-CA"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fr-CA"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fr-CA"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fr-CA"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fr-CA"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fr-CA"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fr-CA"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fr-CA"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fr-CA"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fr-CA"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fr-CA"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fr-CA"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fr-CA"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fr-CA"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fr-CA"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fr-CA"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fr-CA"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fr-CA"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fr-CA"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fr-CA"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fr-CA"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fr-CA"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fr-CA"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fr-CA"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fr-CA"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fr-CA"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fr-CA"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fr-CA"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fr-CA"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fr-CA"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fr-CA"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fr-CA"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fr-CA"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fr-CA"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fr-CA"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fr-CA"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fr-CA"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fr-CA"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fr-CA"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fr-CA"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fr-CA"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fr-CA"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fr-CA"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fr-CA"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fr-CA"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fr-CA"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fr-CA"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fr-CA"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fr-CA"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fr-CA"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fr-CA"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fr-CA"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r-CA"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fr-CA"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fr-CA"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fr-CA"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fr-CA"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fr-CA"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fr-CA"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fr-CA"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fr-CA"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fr-CA"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fr-CA"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fr-CA"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fr-CA"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fr-CA"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fr-CA"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fr-CA"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fr-CA"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fr-CA"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fr-CA"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fr-CA"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fr-CA"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fr-CA"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fr-CA"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fr-CA"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fr-CA"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fr-CA"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fr-CA"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fr-CA"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fr-CA"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fr-CA"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fr-CA"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fr-CA"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fr-CA"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fr-CA"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fr-CA"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fr-CA"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fr-CA"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fr-CA"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fr-CA"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fr-CA"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fr-CA"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fr-CA"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fr-CA"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fr-CA"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fr-CA"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fr-CA"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fr-CA"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fr-CA"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fr-CA"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fr-CA"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fr-CA"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fr-CA"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fr-CA"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fr-CA"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fr-CA"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fr-CA"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fr-CA"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fr-CA"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fr-CA"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fr-CA"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fr-CA"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fr-CA"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fr-CA"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fr-CA"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fr-CA"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fr-CA"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fr-CA"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fr-CA"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fr-CA"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fr-CA"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fr-CA"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r-CA"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r-CA"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fr-CA"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fr-CA"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fr-CA"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fr-CA"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fr-CA"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fr-CA"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fr-CA"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fr-CA"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fr-CA"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fr-CA"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fr-CA"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r-CA"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fr-CA"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fr-CA"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fr-CA"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fr-CA"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fr-CA"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fr-CA"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fr-CA"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fr-CA"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fr-CA"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fr-CA"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fr-CA"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fr-CA"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fr-CA"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fr-CA"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fr-CA"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fr-CA"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r-CA"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fr-CA"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fr-CA"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fr-CA"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r-CA"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fr-CA"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fr-CA"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fr-CA"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r-CA"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fr-CA"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fr-CA" noProof="0"/>
            </a:p>
          </p:txBody>
        </p:sp>
      </p:grpSp>
      <p:sp>
        <p:nvSpPr>
          <p:cNvPr id="959" name="Espace réservé du pied de page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fr-CA" noProof="0"/>
              <a:t>Titre de la présentation rapide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r-CA" noProof="0"/>
              <a:t>1/7/20XX</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r-CA" noProof="0" smtClean="0"/>
              <a:pPr rtl="0"/>
              <a:t>‹N°›</a:t>
            </a:fld>
            <a:endParaRPr lang="fr-CA"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fr-FR" noProof="0"/>
              <a:t>Modifiez le style du titre</a:t>
            </a:r>
            <a:endParaRPr lang="fr-CA" noProof="0"/>
          </a:p>
        </p:txBody>
      </p:sp>
      <p:sp>
        <p:nvSpPr>
          <p:cNvPr id="3" name="Espace réservé du texte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CA" noProof="0"/>
              <a:t>MODIFIEZ LES STYLES DU TEXTE</a:t>
            </a:r>
          </a:p>
        </p:txBody>
      </p:sp>
      <p:sp>
        <p:nvSpPr>
          <p:cNvPr id="4" name="Espace réservé du contenu 3">
            <a:extLst>
              <a:ext uri="{FF2B5EF4-FFF2-40B4-BE49-F238E27FC236}">
                <a16:creationId xmlns:a16="http://schemas.microsoft.com/office/drawing/2014/main" id="{A91BC8B9-8F2B-4131-A090-0ACBEEE80BB7}"/>
              </a:ext>
            </a:extLst>
          </p:cNvPr>
          <p:cNvSpPr>
            <a:spLocks noGrp="1"/>
          </p:cNvSpPr>
          <p:nvPr>
            <p:ph sz="half" idx="2" hasCustomPrompt="1"/>
          </p:nvPr>
        </p:nvSpPr>
        <p:spPr>
          <a:xfrm>
            <a:off x="923544" y="2670048"/>
            <a:ext cx="4901184" cy="3200400"/>
          </a:xfrm>
        </p:spPr>
        <p:txBody>
          <a:bodyPr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5" name="Espace réservé du texte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CA" noProof="0"/>
              <a:t>MODIFIEZ LES STYLES DU TEXTE</a:t>
            </a:r>
          </a:p>
        </p:txBody>
      </p:sp>
      <p:sp>
        <p:nvSpPr>
          <p:cNvPr id="6" name="Espace réservé du contenu 5">
            <a:extLst>
              <a:ext uri="{FF2B5EF4-FFF2-40B4-BE49-F238E27FC236}">
                <a16:creationId xmlns:a16="http://schemas.microsoft.com/office/drawing/2014/main" id="{0596ED23-22F0-421E-849C-630BEABF8BD0}"/>
              </a:ext>
            </a:extLst>
          </p:cNvPr>
          <p:cNvSpPr>
            <a:spLocks noGrp="1"/>
          </p:cNvSpPr>
          <p:nvPr>
            <p:ph sz="quarter" idx="4" hasCustomPrompt="1"/>
          </p:nvPr>
        </p:nvSpPr>
        <p:spPr>
          <a:xfrm>
            <a:off x="6364224" y="2532888"/>
            <a:ext cx="5166360" cy="3694176"/>
          </a:xfrm>
        </p:spPr>
        <p:txBody>
          <a:bodyPr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7" name="Espace réservé de la date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fr-CA" noProof="0"/>
              <a:t>1/7/20XX</a:t>
            </a:r>
          </a:p>
        </p:txBody>
      </p:sp>
      <p:sp>
        <p:nvSpPr>
          <p:cNvPr id="8" name="Espace réservé du pied de page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fr-CA" noProof="0"/>
              <a:t>Titre du pitch deck</a:t>
            </a:r>
          </a:p>
        </p:txBody>
      </p:sp>
      <p:sp>
        <p:nvSpPr>
          <p:cNvPr id="9" name="Espace réservé du numéro de diapositive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10" name="Espace réservé du texte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CA" noProof="0"/>
              <a:t>Cliquez pour ajouter du texte.</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Chronologi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fr-FR" noProof="0"/>
              <a:t>Modifiez le style du titre</a:t>
            </a:r>
            <a:endParaRPr lang="fr-CA" noProof="0"/>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CA" noProof="0" smtClean="0"/>
              <a:pPr rtl="0"/>
              <a:t>‹N°›</a:t>
            </a:fld>
            <a:endParaRPr lang="fr-CA" noProof="0"/>
          </a:p>
        </p:txBody>
      </p:sp>
      <p:sp>
        <p:nvSpPr>
          <p:cNvPr id="39" name="Espace réservé du texte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fr-CA" noProof="0"/>
              <a:t>Année</a:t>
            </a:r>
          </a:p>
        </p:txBody>
      </p:sp>
      <p:sp>
        <p:nvSpPr>
          <p:cNvPr id="40" name="Espace réservé du texte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1" name="Espace réservé du texte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2" name="Espace réservé du texte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3" name="Espace réservé du texte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4" name="Espace réservé du texte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fr-CA" noProof="0"/>
              <a:t>Année</a:t>
            </a:r>
          </a:p>
        </p:txBody>
      </p:sp>
      <p:sp>
        <p:nvSpPr>
          <p:cNvPr id="45" name="Espace réservé du texte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6" name="Espace réservé du texte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7" name="Espace réservé du texte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8" name="Espace réservé du texte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49" name="Espace réservé du texte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0" name="Espace réservé du texte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1" name="Espace réservé du texte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2" name="Espace réservé du texte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3" name="Espace réservé du texte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4" name="Espace réservé du texte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5" name="Espace réservé du texte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6" name="Espace réservé du texte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7" name="Espace réservé du texte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8" name="Espace réservé du texte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59" name="Espace réservé du texte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60" name="Espace réservé du texte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61" name="Espace réservé du texte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62" name="Espace réservé du texte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63" name="Espace réservé du texte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sp>
        <p:nvSpPr>
          <p:cNvPr id="64" name="Espace réservé du texte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fr-CA" noProof="0"/>
              <a:t>MM</a:t>
            </a:r>
          </a:p>
        </p:txBody>
      </p:sp>
      <p:cxnSp>
        <p:nvCxnSpPr>
          <p:cNvPr id="65" name="Connecteur droit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space réservé du texte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fr-CA" noProof="0"/>
              <a:t>Titre de l’élément</a:t>
            </a:r>
          </a:p>
        </p:txBody>
      </p:sp>
      <p:sp>
        <p:nvSpPr>
          <p:cNvPr id="67" name="Espace réservé du texte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fr-CA" noProof="0"/>
              <a:t>Mois, Année</a:t>
            </a:r>
          </a:p>
        </p:txBody>
      </p:sp>
      <p:sp>
        <p:nvSpPr>
          <p:cNvPr id="68" name="Espace réservé de la date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fr-CA" noProof="0"/>
              <a:t>1/7/20XX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fr-FR" noProof="0"/>
              <a:t>Modifiez le style du titre</a:t>
            </a:r>
            <a:endParaRPr lang="fr-CA" noProof="0"/>
          </a:p>
        </p:txBody>
      </p:sp>
      <p:sp>
        <p:nvSpPr>
          <p:cNvPr id="3" name="Espace réservé du contenu 2">
            <a:extLst>
              <a:ext uri="{FF2B5EF4-FFF2-40B4-BE49-F238E27FC236}">
                <a16:creationId xmlns:a16="http://schemas.microsoft.com/office/drawing/2014/main" id="{BF8F5A6A-E29E-401A-801A-8FD9CAABA7A5}"/>
              </a:ext>
            </a:extLst>
          </p:cNvPr>
          <p:cNvSpPr>
            <a:spLocks noGrp="1"/>
          </p:cNvSpPr>
          <p:nvPr>
            <p:ph idx="1" hasCustomPrompt="1"/>
          </p:nvPr>
        </p:nvSpPr>
        <p:spPr>
          <a:xfrm>
            <a:off x="915924" y="1825625"/>
            <a:ext cx="10360152" cy="4351338"/>
          </a:xfrm>
        </p:spPr>
        <p:txBody>
          <a:bodyPr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Équipe 4up">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fr-FR" noProof="0"/>
              <a:t>Modifiez le style du titre</a:t>
            </a:r>
            <a:endParaRPr lang="fr-CA" noProof="0"/>
          </a:p>
        </p:txBody>
      </p:sp>
      <p:sp>
        <p:nvSpPr>
          <p:cNvPr id="3" name="Espace réservé de la date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r-CA" noProof="0"/>
              <a:t>1/7/20XX</a:t>
            </a:r>
          </a:p>
        </p:txBody>
      </p:sp>
      <p:sp>
        <p:nvSpPr>
          <p:cNvPr id="4" name="Espace réservé du pied de page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fr-CA" noProof="0"/>
              <a:t>Titre du pitch deck</a:t>
            </a:r>
          </a:p>
        </p:txBody>
      </p:sp>
      <p:sp>
        <p:nvSpPr>
          <p:cNvPr id="5" name="Espace réservé du numéro de diapositive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8" name="Espace réservé du texte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9" name="Espace réservé du texte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11" name="Espace réservé d’image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13" name="Espace réservé du texte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14" name="Espace réservé du texte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15" name="Espace réservé d’image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17" name="Espace réservé du texte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18" name="Espace réservé du texte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19" name="Espace réservé d’image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21" name="Espace réservé du texte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22" name="Espace réservé du texte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23" name="Espace réservé d’image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Équipe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41" name="Espace réservé d’image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43" name="Espace réservé d’image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45" name="Espace réservé d’image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47" name="Espace réservé d’image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2" name="Titr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fr-FR" noProof="0"/>
              <a:t>Modifiez le style du titre</a:t>
            </a:r>
            <a:endParaRPr lang="fr-CA" noProof="0"/>
          </a:p>
        </p:txBody>
      </p:sp>
      <p:sp>
        <p:nvSpPr>
          <p:cNvPr id="3" name="Espace réservé de la date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r-CA" noProof="0"/>
              <a:t>1/7/20XX</a:t>
            </a:r>
          </a:p>
        </p:txBody>
      </p:sp>
      <p:sp>
        <p:nvSpPr>
          <p:cNvPr id="4" name="Espace réservé du pied de page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fr-CA" noProof="0"/>
              <a:t>Titre du pitch deck</a:t>
            </a:r>
          </a:p>
        </p:txBody>
      </p:sp>
      <p:sp>
        <p:nvSpPr>
          <p:cNvPr id="5" name="Espace réservé du numéro de diapositive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8" name="Espace réservé du texte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9" name="Espace réservé du texte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13" name="Espace réservé du texte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14" name="Espace réservé du texte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17" name="Espace réservé du texte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18" name="Espace réservé du texte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21" name="Espace réservé du texte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22" name="Espace réservé du texte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25" name="Espace réservé du texte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26" name="Espace réservé du texte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29" name="Espace réservé du texte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30" name="Espace réservé du texte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33" name="Espace réservé du texte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34" name="Espace réservé du texte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37" name="Espace réservé du texte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Nom</a:t>
            </a:r>
          </a:p>
        </p:txBody>
      </p:sp>
      <p:sp>
        <p:nvSpPr>
          <p:cNvPr id="38" name="Espace réservé du texte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CA" noProof="0"/>
              <a:t>Fonction</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55" name="Espace réservé d’image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57" name="Espace réservé d’image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59" name="Espace réservé d’image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61" name="Espace réservé d’image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fr-FR" noProof="0"/>
              <a:t>Cliquez sur l'icône pour ajouter une image</a:t>
            </a:r>
            <a:endParaRPr lang="fr-CA" noProof="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inancement">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fr-FR" noProof="0"/>
              <a:t>Modifiez le style du titre</a:t>
            </a:r>
            <a:endParaRPr lang="fr-CA" noProof="0"/>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7" name="Espace réservé du contenu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8" name="Espace réservé du contenu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9" name="Espace réservé du contenu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0" name="Espace réservé du contenu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1" name="Espace réservé du texte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CA" noProof="0"/>
              <a:t>CLIQUEZ POUR MODIFIER LE SOUS-TITRE</a:t>
            </a:r>
          </a:p>
        </p:txBody>
      </p:sp>
      <p:sp>
        <p:nvSpPr>
          <p:cNvPr id="12" name="Espace réservé du texte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3" name="Espace réservé du texte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CA" noProof="0"/>
              <a:t>CLIQUEZ POUR MODIFIER LE SOUS-TITRE</a:t>
            </a:r>
          </a:p>
        </p:txBody>
      </p:sp>
      <p:sp>
        <p:nvSpPr>
          <p:cNvPr id="14" name="Espace réservé du texte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5" name="Espace réservé du texte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CA" noProof="0"/>
              <a:t>CLIQUEZ POUR MODIFIER LE SOUS-TITRE</a:t>
            </a:r>
          </a:p>
        </p:txBody>
      </p:sp>
      <p:sp>
        <p:nvSpPr>
          <p:cNvPr id="16" name="Espace réservé du texte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7" name="Espace réservé du texte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CA" noProof="0"/>
              <a:t>CLIQUEZ POUR MODIFIER LE SOUS-TITRE</a:t>
            </a:r>
          </a:p>
        </p:txBody>
      </p:sp>
      <p:sp>
        <p:nvSpPr>
          <p:cNvPr id="18" name="Espace réservé du texte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19" name="Espace réservé du texte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20" name="Espace réservé du texte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21" name="Espace réservé du texte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
        <p:nvSpPr>
          <p:cNvPr id="22" name="Espace réservé du texte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CA" noProof="0"/>
              <a:t>Cliquez pour modifier le texte.</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ynthèse2">
    <p:spTree>
      <p:nvGrpSpPr>
        <p:cNvPr id="1" name=""/>
        <p:cNvGrpSpPr/>
        <p:nvPr/>
      </p:nvGrpSpPr>
      <p:grpSpPr>
        <a:xfrm>
          <a:off x="0" y="0"/>
          <a:ext cx="0" cy="0"/>
          <a:chOff x="0" y="0"/>
          <a:chExt cx="0" cy="0"/>
        </a:xfrm>
      </p:grpSpPr>
      <p:grpSp>
        <p:nvGrpSpPr>
          <p:cNvPr id="8" name="Espace réservé d’image 20" descr="illustration abstraite colorée de bâtiment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fr-CA"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fr-CA"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fr-CA"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fr-CA"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fr-CA"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fr-CA"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fr-CA"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fr-CA"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fr-CA"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fr-CA"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fr-CA"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fr-CA"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fr-CA"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fr-CA"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fr-CA"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fr-CA"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fr-CA"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fr-CA"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fr-CA"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fr-CA"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fr-CA"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fr-CA"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fr-CA"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fr-CA"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fr-CA"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fr-CA"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fr-CA"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fr-CA"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fr-CA"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fr-CA"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fr-CA"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fr-CA"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fr-CA"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fr-CA"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fr-CA"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fr-CA"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fr-CA"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fr-CA"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fr-CA"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fr-CA"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fr-CA"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fr-CA"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fr-CA"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fr-CA"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fr-CA"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fr-CA"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fr-CA"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fr-CA"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fr-CA"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r-CA"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fr-CA"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fr-CA"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fr-CA"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fr-CA"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fr-CA"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fr-CA"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fr-CA"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fr-CA"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fr-CA"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fr-CA"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fr-CA"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fr-CA"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fr-CA"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fr-CA"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fr-CA"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fr-CA"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fr-CA"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fr-CA"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fr-CA"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fr-CA"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r-CA"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fr-CA"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fr-CA"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fr-CA"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fr-CA"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fr-CA"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fr-CA"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fr-CA"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fr-CA"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fr-CA"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fr-CA"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fr-CA"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fr-CA"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fr-CA"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fr-CA"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fr-CA"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fr-CA"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fr-CA"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fr-CA"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fr-CA"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fr-CA"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fr-CA"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fr-CA"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fr-CA"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fr-CA"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fr-CA"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fr-CA"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fr-CA"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fr-CA"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fr-CA"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fr-CA"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fr-CA"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fr-CA"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fr-CA"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fr-CA"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fr-CA"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fr-CA"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fr-CA"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fr-CA"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fr-CA"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fr-CA"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fr-CA"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fr-CA"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fr-CA"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fr-CA"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fr-CA"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fr-CA"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fr-CA"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fr-CA"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fr-CA"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fr-CA"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fr-CA"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fr-CA"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fr-CA"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fr-CA"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fr-CA"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fr-CA"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fr-CA"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fr-CA"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fr-CA"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fr-CA"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fr-CA"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fr-CA"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fr-CA"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fr-CA"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fr-CA"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fr-CA"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fr-CA"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fr-CA"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fr-CA"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fr-CA"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fr-CA"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fr-CA"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fr-CA"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fr-CA"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r-CA"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fr-CA"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fr-CA"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fr-CA"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fr-CA"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fr-CA"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fr-CA"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fr-CA"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fr-CA"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fr-CA"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fr-CA"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fr-CA"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fr-CA"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fr-CA"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fr-CA"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fr-CA"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fr-CA"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fr-CA"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fr-CA"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fr-CA"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fr-CA"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fr-CA"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fr-CA"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fr-CA"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fr-CA"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fr-CA"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fr-CA"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fr-CA"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fr-CA"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fr-CA"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fr-CA"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fr-CA"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fr-CA"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fr-CA"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fr-CA"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fr-CA"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fr-CA"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fr-CA"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fr-CA"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fr-CA"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fr-CA"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fr-CA"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fr-CA"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fr-CA"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fr-CA"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fr-CA"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fr-CA"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fr-CA"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fr-CA"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fr-CA"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fr-CA"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fr-CA"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fr-CA"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fr-CA"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fr-CA"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fr-CA"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fr-CA"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fr-CA"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fr-CA"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fr-CA"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fr-CA"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fr-CA"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fr-CA"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fr-CA"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fr-CA"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fr-CA"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fr-CA"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fr-CA"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fr-CA"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fr-CA"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fr-CA"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fr-CA"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fr-CA"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fr-CA"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fr-CA"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fr-CA"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r-CA"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fr-CA"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fr-CA"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fr-CA"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fr-CA"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fr-CA"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fr-CA"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fr-CA"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fr-CA"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fr-CA"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fr-CA"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fr-CA"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fr-CA"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fr-CA"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fr-CA"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fr-CA"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fr-CA"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fr-CA"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fr-CA"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fr-CA"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fr-CA"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fr-CA"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fr-CA"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fr-CA"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fr-CA"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fr-CA"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fr-CA"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fr-CA"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fr-CA"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fr-CA"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fr-CA"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fr-CA"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fr-CA"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fr-CA"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fr-CA"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fr-CA"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fr-CA"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fr-CA"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fr-CA"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fr-CA"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fr-CA"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fr-CA"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fr-CA"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fr-CA"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fr-CA"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fr-CA"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fr-CA"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fr-CA"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fr-CA"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fr-CA"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fr-CA"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fr-CA"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fr-CA"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fr-CA"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fr-CA"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fr-CA"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fr-CA"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fr-CA"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fr-CA"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fr-CA"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fr-CA"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fr-CA"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fr-CA"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fr-CA"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fr-CA"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fr-CA"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fr-CA"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fr-CA"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fr-CA"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fr-CA"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fr-CA"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fr-CA"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fr-CA"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fr-CA"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fr-CA"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fr-CA"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fr-CA"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fr-CA"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fr-CA"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fr-CA"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fr-CA"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fr-CA"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fr-CA"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fr-CA"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fr-CA"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fr-CA"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fr-CA"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fr-CA"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fr-CA"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fr-CA"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fr-CA"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fr-CA"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fr-CA"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fr-CA"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fr-CA"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fr-CA"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fr-CA"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fr-CA"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fr-CA"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fr-CA"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fr-CA"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fr-CA"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fr-CA"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fr-CA"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fr-CA"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fr-CA"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fr-CA"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fr-CA"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fr-CA"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fr-CA"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fr-CA"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fr-CA"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fr-CA"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fr-CA"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fr-CA"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fr-CA"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fr-CA"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fr-CA"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fr-CA"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fr-CA"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fr-CA"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fr-CA"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fr-CA"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fr-CA"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fr-CA"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fr-CA"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fr-CA"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fr-CA"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fr-CA"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fr-CA"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fr-CA"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fr-CA"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fr-CA"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fr-CA"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fr-CA"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fr-CA"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fr-CA"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fr-CA"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fr-CA"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fr-CA"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fr-CA"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fr-CA"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fr-CA"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fr-CA"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fr-CA"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
        <p:nvSpPr>
          <p:cNvPr id="675" name="Espace réservé du texte 7">
            <a:extLst>
              <a:ext uri="{FF2B5EF4-FFF2-40B4-BE49-F238E27FC236}">
                <a16:creationId xmlns:a16="http://schemas.microsoft.com/office/drawing/2014/main" id="{2E8766DA-C6C6-45DD-A32E-F7A76297B36B}"/>
              </a:ext>
            </a:extLst>
          </p:cNvPr>
          <p:cNvSpPr>
            <a:spLocks noGrp="1"/>
          </p:cNvSpPr>
          <p:nvPr>
            <p:ph type="body" sz="quarter" idx="13" hasCustomPrompt="1"/>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Merci">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noProof="0"/>
          </a:p>
        </p:txBody>
      </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fr-CA" noProof="0"/>
              <a:t>CLIQUEZ POUR MODIFIER LE STYLE DU TITRE DE MASQUE</a:t>
            </a:r>
          </a:p>
        </p:txBody>
      </p:sp>
      <p:sp>
        <p:nvSpPr>
          <p:cNvPr id="14" name="Espace réservé du texte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fr-CA" noProof="0"/>
              <a:t>Cliquez pour modifier le texte.</a:t>
            </a:r>
          </a:p>
        </p:txBody>
      </p:sp>
      <p:grpSp>
        <p:nvGrpSpPr>
          <p:cNvPr id="10" name="Espace réservé d’image 44" descr="illustration abstraite colorée de bâtiment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fr-CA"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fr-CA"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fr-CA"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fr-CA"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fr-CA"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fr-CA"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fr-CA"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fr-CA"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fr-CA"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fr-CA"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fr-CA"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fr-CA"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fr-CA"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fr-CA"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fr-CA"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fr-CA"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fr-CA"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fr-CA"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fr-CA"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fr-CA"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fr-CA"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fr-CA"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fr-CA"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fr-CA"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fr-CA"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fr-CA"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fr-CA"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fr-CA"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fr-CA"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fr-CA"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fr-CA"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fr-CA"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fr-CA"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fr-CA"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fr-CA"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fr-CA"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fr-CA"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fr-CA"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fr-CA"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fr-CA"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fr-CA"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fr-CA"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fr-CA"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fr-CA"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fr-CA"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fr-CA"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fr-CA"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fr-CA"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fr-CA"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fr-CA"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fr-CA"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fr-CA"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fr-CA"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fr-CA"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fr-CA"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fr-CA"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fr-CA"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fr-CA"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fr-CA"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fr-CA"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fr-CA"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fr-CA"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fr-CA"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fr-CA"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fr-CA"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fr-CA"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fr-CA"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fr-CA"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fr-CA"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fr-CA"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fr-CA"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fr-CA"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fr-CA"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fr-CA"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fr-CA"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fr-CA"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fr-CA"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fr-CA"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fr-CA"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fr-CA"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fr-CA"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fr-CA"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fr-CA"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fr-CA"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fr-CA"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fr-CA"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fr-CA"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fr-CA"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fr-CA"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fr-CA"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fr-CA"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fr-CA"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fr-CA"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fr-CA"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fr-CA"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fr-CA"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fr-CA"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fr-CA"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fr-CA"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fr-CA"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fr-CA"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fr-CA"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fr-CA"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fr-CA"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fr-CA"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fr-CA"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fr-CA"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fr-CA"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fr-CA"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fr-CA"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fr-CA"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fr-CA"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fr-CA"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fr-CA"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fr-CA"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fr-CA"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fr-CA"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fr-CA"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fr-CA"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fr-CA"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fr-CA"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fr-CA"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fr-CA"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fr-CA"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fr-CA"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fr-CA"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fr-CA"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fr-CA"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fr-CA"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fr-CA"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fr-CA"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fr-CA"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fr-CA"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fr-CA"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fr-CA"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fr-CA"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fr-CA"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fr-CA"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fr-CA"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fr-CA"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fr-CA"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fr-CA"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fr-CA"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fr-CA"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fr-CA"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fr-CA"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fr-CA"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fr-CA"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fr-CA"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fr-CA"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fr-CA"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fr-CA"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fr-CA"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r-CA"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fr-CA"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fr-CA"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fr-CA"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fr-CA"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fr-CA"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fr-CA"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fr-CA"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fr-CA"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fr-CA"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fr-CA"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fr-CA"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fr-CA"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fr-CA"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fr-CA"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fr-CA"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fr-CA"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fr-CA"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fr-CA"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fr-CA"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fr-CA"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fr-CA"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fr-CA"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fr-CA"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r-CA"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fr-CA"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fr-CA"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fr-CA"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fr-CA"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fr-CA"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fr-CA"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fr-CA"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fr-CA"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fr-CA"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fr-CA"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fr-CA"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fr-CA"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fr-CA"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fr-CA"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fr-CA"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fr-CA"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fr-CA"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fr-CA"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fr-CA"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fr-CA"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fr-CA"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fr-CA"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fr-CA"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fr-CA"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fr-CA"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fr-CA"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fr-CA"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fr-CA"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fr-CA"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fr-CA"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fr-CA"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fr-CA"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fr-CA"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fr-CA"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fr-CA"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fr-CA"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fr-CA"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fr-CA"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fr-CA"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fr-CA"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fr-CA"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fr-CA"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fr-CA"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fr-CA"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fr-CA"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fr-CA"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fr-CA"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fr-CA"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CA"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fr-CA"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fr-CA"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fr-CA"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fr-CA"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fr-CA"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fr-CA"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fr-CA"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fr-CA"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fr-CA"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fr-CA"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fr-CA"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fr-CA"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fr-CA"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fr-CA"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fr-CA"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fr-CA"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fr-CA"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fr-CA"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fr-CA"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fr-CA"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fr-CA"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fr-CA"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fr-CA"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fr-CA"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fr-CA"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fr-CA"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fr-CA"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fr-CA"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fr-CA"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fr-CA"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fr-CA"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fr-CA"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fr-CA"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fr-CA"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fr-CA"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fr-CA"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fr-CA"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fr-CA"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fr-CA"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fr-CA"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fr-CA"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fr-CA"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fr-CA"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fr-CA"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fr-CA"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fr-CA"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fr-CA"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fr-CA"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fr-CA"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fr-CA"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fr-CA"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fr-CA"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fr-CA"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fr-CA"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fr-CA"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fr-CA"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fr-CA"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fr-CA"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fr-CA"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fr-CA"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fr-CA"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fr-CA"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fr-CA"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fr-CA"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fr-CA"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fr-CA"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fr-CA"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fr-CA"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fr-CA"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fr-CA"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fr-CA"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fr-CA"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fr-CA"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fr-CA"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fr-CA"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fr-CA"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fr-CA"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fr-CA"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fr-CA"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fr-CA"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fr-CA"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fr-CA"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fr-CA"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fr-CA"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fr-CA"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fr-CA"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fr-CA"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fr-CA"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fr-CA"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fr-CA"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fr-CA"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fr-CA"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fr-CA"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fr-CA"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fr-CA"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fr-CA"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fr-CA"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fr-CA"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fr-CA"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fr-CA"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fr-CA"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fr-CA"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fr-CA"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fr-CA"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fr-CA"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fr-CA"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fr-CA"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fr-CA"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fr-CA"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fr-CA"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fr-CA"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fr-CA"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fr-CA"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fr-CA"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fr-CA"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fr-CA"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fr-CA"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fr-CA"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fr-CA"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fr-CA"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fr-CA"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fr-CA"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fr-CA"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fr-CA"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fr-CA"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fr-CA"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fr-CA"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fr-CA"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fr-CA"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CA"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fr-CA"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fr-CA"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fr-CA"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fr-CA"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fr-CA"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fr-CA"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fr-CA"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fr-CA"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fr-CA"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fr-CA"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fr-CA"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fr-CA"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fr-CA"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fr-CA"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fr-CA"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fr-CA"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fr-CA"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fr-CA"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fr-CA"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fr-CA"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fr-CA"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fr-CA"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fr-CA"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fr-CA"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fr-CA"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fr-CA"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fr-CA"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fr-CA"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fr-CA"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fr-CA"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fr-CA"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fr-CA"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fr-CA"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fr-CA"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fr-CA"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fr-CA"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fr-CA"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fr-CA"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fr-CA"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fr-CA"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fr-CA"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fr-CA"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fr-CA"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fr-CA"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fr-CA"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fr-CA"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fr-CA"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fr-CA"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fr-CA"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fr-CA"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fr-CA"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fr-CA"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fr-CA"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fr-CA"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fr-CA"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fr-CA"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fr-CA"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fr-CA"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fr-CA"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fr-CA"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fr-CA"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r-CA"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fr-CA"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r-CA"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fr-CA"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fr-CA"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fr-CA"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fr-CA"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fr-CA"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fr-CA"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fr-CA"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fr-CA"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fr-CA"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fr-CA"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fr-CA"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fr-CA"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fr-CA"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fr-CA"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fr-CA"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fr-CA"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fr-CA"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fr-CA"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fr-CA"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fr-CA"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fr-CA"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fr-CA"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fr-CA"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fr-CA"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fr-CA"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fr-CA"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r-CA"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fr-CA"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fr-CA"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fr-CA"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fr-CA"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fr-CA"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r-CA"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fr-CA"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fr-CA"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fr-CA"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fr-CA"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fr-CA"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fr-CA"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fr-CA"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fr-CA"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fr-CA"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fr-CA"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fr-CA"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fr-CA"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fr-CA"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r-CA"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fr-CA"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fr-CA"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fr-CA"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fr-CA"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fr-CA"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fr-CA"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fr-CA"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fr-CA"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CA"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fr-CA"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fr-CA"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fr-CA"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fr-CA"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fr-CA" noProof="0"/>
            </a:p>
          </p:txBody>
        </p:sp>
      </p:gr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CA"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fr-FR" noProof="0"/>
              <a:t>Modifiez le style du titre</a:t>
            </a:r>
            <a:endParaRPr lang="fr-CA" noProof="0"/>
          </a:p>
        </p:txBody>
      </p:sp>
      <p:sp>
        <p:nvSpPr>
          <p:cNvPr id="3" name="Espace réservé du contenu 2">
            <a:extLst>
              <a:ext uri="{FF2B5EF4-FFF2-40B4-BE49-F238E27FC236}">
                <a16:creationId xmlns:a16="http://schemas.microsoft.com/office/drawing/2014/main" id="{02BF6510-D603-481E-B685-9095150A2891}"/>
              </a:ext>
            </a:extLst>
          </p:cNvPr>
          <p:cNvSpPr>
            <a:spLocks noGrp="1"/>
          </p:cNvSpPr>
          <p:nvPr>
            <p:ph sz="half" idx="1" hasCustomPrompt="1"/>
          </p:nvPr>
        </p:nvSpPr>
        <p:spPr>
          <a:xfrm>
            <a:off x="838200" y="1825625"/>
            <a:ext cx="5181600" cy="4351338"/>
          </a:xfrm>
        </p:spPr>
        <p:txBody>
          <a:bodyPr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4" name="Espace réservé du contenu 3">
            <a:extLst>
              <a:ext uri="{FF2B5EF4-FFF2-40B4-BE49-F238E27FC236}">
                <a16:creationId xmlns:a16="http://schemas.microsoft.com/office/drawing/2014/main" id="{9A743757-ABC3-44BF-87D3-5E323E9B00D9}"/>
              </a:ext>
            </a:extLst>
          </p:cNvPr>
          <p:cNvSpPr>
            <a:spLocks noGrp="1"/>
          </p:cNvSpPr>
          <p:nvPr>
            <p:ph sz="half" idx="2" hasCustomPrompt="1"/>
          </p:nvPr>
        </p:nvSpPr>
        <p:spPr>
          <a:xfrm>
            <a:off x="6172200" y="1825625"/>
            <a:ext cx="5181600" cy="4351338"/>
          </a:xfrm>
        </p:spPr>
        <p:txBody>
          <a:bodyPr rtlCol="0"/>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5" name="Espace réservé de la date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fr-CA" noProof="0"/>
              <a:t>1/7/20XX</a:t>
            </a:r>
          </a:p>
        </p:txBody>
      </p:sp>
      <p:sp>
        <p:nvSpPr>
          <p:cNvPr id="6" name="Espace réservé du pied de page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fr-FR" noProof="0"/>
              <a:t>Modifiez le style du titre</a:t>
            </a:r>
            <a:endParaRPr lang="fr-CA" noProof="0"/>
          </a:p>
        </p:txBody>
      </p:sp>
      <p:sp>
        <p:nvSpPr>
          <p:cNvPr id="3" name="Espace réservé du contenu 2">
            <a:extLst>
              <a:ext uri="{FF2B5EF4-FFF2-40B4-BE49-F238E27FC236}">
                <a16:creationId xmlns:a16="http://schemas.microsoft.com/office/drawing/2014/main" id="{1974E5B2-1EB9-4222-8FAB-65BDC9A9500F}"/>
              </a:ext>
            </a:extLst>
          </p:cNvPr>
          <p:cNvSpPr>
            <a:spLocks noGrp="1"/>
          </p:cNvSpPr>
          <p:nvPr>
            <p:ph idx="1" hasCustomPrompt="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4" name="Espace réservé du texte 3">
            <a:extLst>
              <a:ext uri="{FF2B5EF4-FFF2-40B4-BE49-F238E27FC236}">
                <a16:creationId xmlns:a16="http://schemas.microsoft.com/office/drawing/2014/main" id="{DC197C18-82B5-4EB5-9010-63FFB7F5316B}"/>
              </a:ext>
            </a:extLst>
          </p:cNvPr>
          <p:cNvSpPr>
            <a:spLocks noGrp="1"/>
          </p:cNvSpPr>
          <p:nvPr>
            <p:ph type="body" sz="half" idx="2" hasCustomPrompt="1"/>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fr-CA" noProof="0"/>
              <a:t>Modifiez les styles du texte</a:t>
            </a:r>
          </a:p>
        </p:txBody>
      </p:sp>
      <p:sp>
        <p:nvSpPr>
          <p:cNvPr id="5" name="Espace réservé de la date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fr-CA" noProof="0"/>
              <a:t>1/7/20XX</a:t>
            </a:r>
          </a:p>
        </p:txBody>
      </p:sp>
      <p:sp>
        <p:nvSpPr>
          <p:cNvPr id="6" name="Espace réservé du pied de page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fr-CA" noProof="0"/>
              <a:t>Titre du pitch deck</a:t>
            </a:r>
          </a:p>
        </p:txBody>
      </p:sp>
      <p:sp>
        <p:nvSpPr>
          <p:cNvPr id="7" name="Espace réservé du numéro de diapositive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fr-CA" noProof="0" smtClean="0"/>
              <a:t>‹N°›</a:t>
            </a:fld>
            <a:endParaRPr lang="fr-CA" noProof="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fr-CA" noProof="0"/>
              <a:t>CLIQUEZ POUR MODIFIER LE STYLE DU TITRE DE MASQUE</a:t>
            </a:r>
          </a:p>
        </p:txBody>
      </p:sp>
      <p:sp>
        <p:nvSpPr>
          <p:cNvPr id="3" name="Espace réservé du texte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fr-CA" noProof="0"/>
              <a:t>Modifiez les styles du texte</a:t>
            </a:r>
          </a:p>
          <a:p>
            <a:pPr lvl="1" rtl="0"/>
            <a:r>
              <a:rPr lang="fr-CA" noProof="0"/>
              <a:t>Deuxième niveau</a:t>
            </a:r>
          </a:p>
          <a:p>
            <a:pPr lvl="2" rtl="0"/>
            <a:r>
              <a:rPr lang="fr-CA" noProof="0"/>
              <a:t>Troisième niveau</a:t>
            </a:r>
          </a:p>
          <a:p>
            <a:pPr lvl="3" rtl="0"/>
            <a:r>
              <a:rPr lang="fr-CA" noProof="0"/>
              <a:t>Quatrième niveau</a:t>
            </a:r>
          </a:p>
          <a:p>
            <a:pPr lvl="4" rtl="0"/>
            <a:r>
              <a:rPr lang="fr-CA" noProof="0"/>
              <a:t>Cinquième niveau</a:t>
            </a:r>
          </a:p>
        </p:txBody>
      </p:sp>
      <p:sp>
        <p:nvSpPr>
          <p:cNvPr id="4" name="Espace réservé de la date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fr-CA" noProof="0"/>
              <a:t>1/7/20XX</a:t>
            </a:r>
          </a:p>
        </p:txBody>
      </p:sp>
      <p:sp>
        <p:nvSpPr>
          <p:cNvPr id="5" name="Espace réservé du pied de page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r>
              <a:rPr lang="fr-CA" noProof="0"/>
              <a:t>Titre du pitch deck</a:t>
            </a:r>
          </a:p>
        </p:txBody>
      </p:sp>
      <p:sp>
        <p:nvSpPr>
          <p:cNvPr id="6" name="Espace réservé du numéro de diapositive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fr-CA" noProof="0" smtClean="0"/>
              <a:pPr rtl="0"/>
              <a:t>‹N°›</a:t>
            </a:fld>
            <a:endParaRPr lang="fr-CA" noProof="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8.xml"/><Relationship Id="rId1" Type="http://schemas.openxmlformats.org/officeDocument/2006/relationships/slideLayout" Target="../slideLayouts/slideLayout6.xml"/><Relationship Id="rId6" Type="http://schemas.openxmlformats.org/officeDocument/2006/relationships/image" Target="../media/image4.svg"/><Relationship Id="rId5" Type="http://schemas.openxmlformats.org/officeDocument/2006/relationships/image" Target="../media/image3.png"/><Relationship Id="rId4" Type="http://schemas.openxmlformats.org/officeDocument/2006/relationships/image" Target="../media/image2.sv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8" Type="http://schemas.openxmlformats.org/officeDocument/2006/relationships/image" Target="../media/image12.svg"/><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14.xml"/><Relationship Id="rId1" Type="http://schemas.openxmlformats.org/officeDocument/2006/relationships/slideLayout" Target="../slideLayouts/slideLayout8.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3" Type="http://schemas.openxmlformats.org/officeDocument/2006/relationships/hyperlink" Target="mailto:lingoringo.confirmation@outlook.fr" TargetMode="External"/><Relationship Id="rId2" Type="http://schemas.openxmlformats.org/officeDocument/2006/relationships/notesSlide" Target="../notesSlides/notesSlide16.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F9A70E70-C058-4A66-85BB-82F2C235E05B}"/>
              </a:ext>
            </a:extLst>
          </p:cNvPr>
          <p:cNvSpPr>
            <a:spLocks noGrp="1"/>
          </p:cNvSpPr>
          <p:nvPr>
            <p:ph type="ctrTitle"/>
          </p:nvPr>
        </p:nvSpPr>
        <p:spPr>
          <a:xfrm>
            <a:off x="5984788" y="2322461"/>
            <a:ext cx="5341257" cy="876610"/>
          </a:xfrm>
        </p:spPr>
        <p:txBody>
          <a:bodyPr rtlCol="0">
            <a:normAutofit/>
          </a:bodyPr>
          <a:lstStyle/>
          <a:p>
            <a:pPr rtl="0"/>
            <a:r>
              <a:rPr lang="fr-FR" dirty="0"/>
              <a:t>LINGO RINGO</a:t>
            </a:r>
            <a:endParaRPr lang="fr-CA" dirty="0"/>
          </a:p>
        </p:txBody>
      </p:sp>
      <p:sp>
        <p:nvSpPr>
          <p:cNvPr id="20" name="Sous-titre 2">
            <a:extLst>
              <a:ext uri="{FF2B5EF4-FFF2-40B4-BE49-F238E27FC236}">
                <a16:creationId xmlns:a16="http://schemas.microsoft.com/office/drawing/2014/main" id="{B1DFF4FF-96BE-9147-96D1-A240ED566CE1}"/>
              </a:ext>
            </a:extLst>
          </p:cNvPr>
          <p:cNvSpPr>
            <a:spLocks noGrp="1"/>
          </p:cNvSpPr>
          <p:nvPr>
            <p:ph type="subTitle" idx="1"/>
          </p:nvPr>
        </p:nvSpPr>
        <p:spPr>
          <a:xfrm>
            <a:off x="6096000" y="3435898"/>
            <a:ext cx="4721352" cy="661336"/>
          </a:xfrm>
        </p:spPr>
        <p:txBody>
          <a:bodyPr rtlCol="0">
            <a:normAutofit fontScale="92500" lnSpcReduction="20000"/>
          </a:bodyPr>
          <a:lstStyle/>
          <a:p>
            <a:pPr rtl="0"/>
            <a:r>
              <a:rPr lang="fr-CA" dirty="0"/>
              <a:t>Ayad Youssef, </a:t>
            </a:r>
            <a:r>
              <a:rPr lang="fr-CA" dirty="0" err="1"/>
              <a:t>Escalona</a:t>
            </a:r>
            <a:r>
              <a:rPr lang="fr-CA" dirty="0"/>
              <a:t> De Abreu Rafael Eduardo, Jean Baptiste Dave et  </a:t>
            </a:r>
            <a:r>
              <a:rPr lang="fr-CA" dirty="0" err="1"/>
              <a:t>Zapitoski</a:t>
            </a:r>
            <a:r>
              <a:rPr lang="fr-CA" dirty="0"/>
              <a:t> Jacob</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19F29B-F233-48AF-8261-F33A4E079E3E}"/>
              </a:ext>
            </a:extLst>
          </p:cNvPr>
          <p:cNvSpPr>
            <a:spLocks noGrp="1"/>
          </p:cNvSpPr>
          <p:nvPr>
            <p:ph type="title"/>
          </p:nvPr>
        </p:nvSpPr>
        <p:spPr>
          <a:xfrm>
            <a:off x="838200" y="1289304"/>
            <a:ext cx="4114800" cy="1325563"/>
          </a:xfrm>
        </p:spPr>
        <p:txBody>
          <a:bodyPr rtlCol="0">
            <a:normAutofit/>
          </a:bodyPr>
          <a:lstStyle/>
          <a:p>
            <a:pPr rtl="0"/>
            <a:r>
              <a:rPr lang="fr-CA" dirty="0"/>
              <a:t>Sommaire</a:t>
            </a:r>
          </a:p>
        </p:txBody>
      </p:sp>
      <p:sp>
        <p:nvSpPr>
          <p:cNvPr id="3" name="Sous-titre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2816352"/>
            <a:ext cx="4114800" cy="2779776"/>
          </a:xfrm>
        </p:spPr>
        <p:txBody>
          <a:bodyPr vert="horz" lIns="91440" tIns="45720" rIns="91440" bIns="45720" rtlCol="0" anchor="t">
            <a:normAutofit fontScale="92500"/>
          </a:bodyPr>
          <a:lstStyle/>
          <a:p>
            <a:pPr rtl="0"/>
            <a:r>
              <a:rPr lang="fr-FR" dirty="0"/>
              <a:t>- Présentation des membres de l’équipe</a:t>
            </a:r>
          </a:p>
          <a:p>
            <a:pPr rtl="0"/>
            <a:r>
              <a:rPr lang="fr-FR" dirty="0"/>
              <a:t>-Mise en contexte du projet</a:t>
            </a:r>
          </a:p>
          <a:p>
            <a:pPr rtl="0"/>
            <a:r>
              <a:rPr lang="fr-FR" dirty="0"/>
              <a:t>-Présentation des  acteurs fonctionnalités</a:t>
            </a:r>
          </a:p>
          <a:p>
            <a:pPr rtl="0"/>
            <a:r>
              <a:rPr lang="fr-FR" dirty="0"/>
              <a:t>-Difficultés rencontrées et solutions</a:t>
            </a:r>
          </a:p>
          <a:p>
            <a:pPr rtl="0"/>
            <a:r>
              <a:rPr lang="fr-FR" dirty="0"/>
              <a:t>- La répartition des tâches et expériences acquises</a:t>
            </a:r>
          </a:p>
          <a:p>
            <a:pPr rtl="0"/>
            <a:r>
              <a:rPr lang="fr-FR" dirty="0"/>
              <a:t>-Démonstration</a:t>
            </a:r>
            <a:endParaRPr lang="fr-CA" dirty="0"/>
          </a:p>
        </p:txBody>
      </p:sp>
      <p:sp>
        <p:nvSpPr>
          <p:cNvPr id="10" name="Espace réservé de la date 9">
            <a:extLst>
              <a:ext uri="{FF2B5EF4-FFF2-40B4-BE49-F238E27FC236}">
                <a16:creationId xmlns:a16="http://schemas.microsoft.com/office/drawing/2014/main" id="{5B977C86-3B4D-43C8-8241-380CB8620E21}"/>
              </a:ext>
            </a:extLst>
          </p:cNvPr>
          <p:cNvSpPr>
            <a:spLocks noGrp="1"/>
          </p:cNvSpPr>
          <p:nvPr>
            <p:ph type="dt" sz="half" idx="10"/>
          </p:nvPr>
        </p:nvSpPr>
        <p:spPr>
          <a:xfrm>
            <a:off x="838200" y="6356350"/>
            <a:ext cx="1371600" cy="365125"/>
          </a:xfrm>
        </p:spPr>
        <p:txBody>
          <a:bodyPr rtlCol="0"/>
          <a:lstStyle/>
          <a:p>
            <a:pPr rtl="0"/>
            <a:r>
              <a:rPr lang="fr-CA" dirty="0"/>
              <a:t>30 mai 2024</a:t>
            </a:r>
          </a:p>
        </p:txBody>
      </p:sp>
      <p:sp>
        <p:nvSpPr>
          <p:cNvPr id="988" name="Espace réservé du pied de page 4">
            <a:extLst>
              <a:ext uri="{FF2B5EF4-FFF2-40B4-BE49-F238E27FC236}">
                <a16:creationId xmlns:a16="http://schemas.microsoft.com/office/drawing/2014/main" id="{913B4A80-6C83-FB4C-8D49-B81A9804DEC0}"/>
              </a:ext>
            </a:extLst>
          </p:cNvPr>
          <p:cNvSpPr>
            <a:spLocks noGrp="1"/>
          </p:cNvSpPr>
          <p:nvPr>
            <p:ph type="ftr" sz="quarter" idx="11"/>
          </p:nvPr>
        </p:nvSpPr>
        <p:spPr>
          <a:xfrm>
            <a:off x="4312297" y="6356350"/>
            <a:ext cx="2743200" cy="365125"/>
          </a:xfrm>
        </p:spPr>
        <p:txBody>
          <a:bodyPr rtlCol="0"/>
          <a:lstStyle/>
          <a:p>
            <a:pPr rtl="0"/>
            <a:r>
              <a:rPr lang="fr-CA" dirty="0"/>
              <a:t>Plateforme échange culturel et linguistique</a:t>
            </a:r>
          </a:p>
        </p:txBody>
      </p:sp>
      <p:sp>
        <p:nvSpPr>
          <p:cNvPr id="15" name="Espace réservé du numéro de diapositive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a:t>2</a:t>
            </a:fld>
            <a:endParaRPr lang="fr-CA" dirty="0"/>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re 22">
            <a:extLst>
              <a:ext uri="{FF2B5EF4-FFF2-40B4-BE49-F238E27FC236}">
                <a16:creationId xmlns:a16="http://schemas.microsoft.com/office/drawing/2014/main" id="{5FB75C3E-5885-49DD-8190-BB1E8C511A7E}"/>
              </a:ext>
            </a:extLst>
          </p:cNvPr>
          <p:cNvSpPr>
            <a:spLocks noGrp="1"/>
          </p:cNvSpPr>
          <p:nvPr>
            <p:ph type="title"/>
          </p:nvPr>
        </p:nvSpPr>
        <p:spPr>
          <a:xfrm>
            <a:off x="838200" y="365125"/>
            <a:ext cx="10515600" cy="1325563"/>
          </a:xfrm>
        </p:spPr>
        <p:txBody>
          <a:bodyPr rtlCol="0"/>
          <a:lstStyle/>
          <a:p>
            <a:pPr rtl="0"/>
            <a:r>
              <a:rPr lang="fr-CA"/>
              <a:t>COMPARAISON DU MARCHÉ</a:t>
            </a:r>
            <a:endParaRPr lang="fr-CA" dirty="0"/>
          </a:p>
        </p:txBody>
      </p:sp>
      <p:sp>
        <p:nvSpPr>
          <p:cNvPr id="27" name="Espace réservé du texte 26">
            <a:extLst>
              <a:ext uri="{FF2B5EF4-FFF2-40B4-BE49-F238E27FC236}">
                <a16:creationId xmlns:a16="http://schemas.microsoft.com/office/drawing/2014/main" id="{3C7B196D-A4EB-4450-8C2E-D4F26C77F843}"/>
              </a:ext>
            </a:extLst>
          </p:cNvPr>
          <p:cNvSpPr>
            <a:spLocks noGrp="1"/>
          </p:cNvSpPr>
          <p:nvPr>
            <p:ph type="body" sz="quarter" idx="30"/>
          </p:nvPr>
        </p:nvSpPr>
        <p:spPr>
          <a:xfrm>
            <a:off x="307255" y="2149157"/>
            <a:ext cx="2743200" cy="2999232"/>
          </a:xfrm>
          <a:solidFill>
            <a:srgbClr val="92D050"/>
          </a:solidFill>
        </p:spPr>
        <p:txBody>
          <a:bodyPr rtlCol="0">
            <a:normAutofit/>
          </a:bodyPr>
          <a:lstStyle/>
          <a:p>
            <a:pPr rtl="0"/>
            <a:r>
              <a:rPr lang="fr-CA" dirty="0"/>
              <a:t>1</a:t>
            </a:r>
          </a:p>
        </p:txBody>
      </p:sp>
      <p:sp>
        <p:nvSpPr>
          <p:cNvPr id="31" name="Espace réservé du texte 30">
            <a:extLst>
              <a:ext uri="{FF2B5EF4-FFF2-40B4-BE49-F238E27FC236}">
                <a16:creationId xmlns:a16="http://schemas.microsoft.com/office/drawing/2014/main" id="{FB4B73B3-17D0-4AD4-A250-23C177FEC520}"/>
              </a:ext>
            </a:extLst>
          </p:cNvPr>
          <p:cNvSpPr>
            <a:spLocks noGrp="1"/>
          </p:cNvSpPr>
          <p:nvPr>
            <p:ph type="body" sz="quarter" idx="34"/>
          </p:nvPr>
        </p:nvSpPr>
        <p:spPr>
          <a:xfrm>
            <a:off x="538749" y="3511296"/>
            <a:ext cx="2286000" cy="731520"/>
          </a:xfrm>
        </p:spPr>
        <p:txBody>
          <a:bodyPr rtlCol="0"/>
          <a:lstStyle/>
          <a:p>
            <a:pPr rtl="0"/>
            <a:r>
              <a:rPr lang="fr-CA" dirty="0"/>
              <a:t>Chef d’équipe</a:t>
            </a:r>
          </a:p>
        </p:txBody>
      </p:sp>
      <p:sp>
        <p:nvSpPr>
          <p:cNvPr id="33" name="Espace réservé du texte 32">
            <a:extLst>
              <a:ext uri="{FF2B5EF4-FFF2-40B4-BE49-F238E27FC236}">
                <a16:creationId xmlns:a16="http://schemas.microsoft.com/office/drawing/2014/main" id="{D57220B4-795B-4602-8E69-5D53D12DCC80}"/>
              </a:ext>
            </a:extLst>
          </p:cNvPr>
          <p:cNvSpPr>
            <a:spLocks noGrp="1"/>
          </p:cNvSpPr>
          <p:nvPr>
            <p:ph type="body" sz="quarter" idx="35"/>
          </p:nvPr>
        </p:nvSpPr>
        <p:spPr>
          <a:xfrm>
            <a:off x="537606" y="4279392"/>
            <a:ext cx="2286000" cy="640080"/>
          </a:xfrm>
        </p:spPr>
        <p:txBody>
          <a:bodyPr rtlCol="0"/>
          <a:lstStyle/>
          <a:p>
            <a:pPr rtl="0"/>
            <a:r>
              <a:rPr lang="fr-FR" noProof="1"/>
              <a:t>A</a:t>
            </a:r>
            <a:r>
              <a:rPr lang="fr-CA" noProof="1"/>
              <a:t>yad Youssef</a:t>
            </a:r>
          </a:p>
        </p:txBody>
      </p:sp>
      <p:sp>
        <p:nvSpPr>
          <p:cNvPr id="28" name="Espace réservé du texte 27">
            <a:extLst>
              <a:ext uri="{FF2B5EF4-FFF2-40B4-BE49-F238E27FC236}">
                <a16:creationId xmlns:a16="http://schemas.microsoft.com/office/drawing/2014/main" id="{16852965-5187-4677-B878-4167E7B69252}"/>
              </a:ext>
            </a:extLst>
          </p:cNvPr>
          <p:cNvSpPr>
            <a:spLocks noGrp="1"/>
          </p:cNvSpPr>
          <p:nvPr>
            <p:ph type="body" sz="quarter" idx="31"/>
          </p:nvPr>
        </p:nvSpPr>
        <p:spPr>
          <a:xfrm>
            <a:off x="3257945" y="2146997"/>
            <a:ext cx="2743200" cy="2999232"/>
          </a:xfrm>
          <a:solidFill>
            <a:schemeClr val="accent2"/>
          </a:solidFill>
        </p:spPr>
        <p:txBody>
          <a:bodyPr rtlCol="0"/>
          <a:lstStyle/>
          <a:p>
            <a:pPr rtl="0"/>
            <a:r>
              <a:rPr lang="fr-CA" dirty="0"/>
              <a:t>2</a:t>
            </a:r>
          </a:p>
        </p:txBody>
      </p:sp>
      <p:sp>
        <p:nvSpPr>
          <p:cNvPr id="24" name="Espace réservé du contenu 23">
            <a:extLst>
              <a:ext uri="{FF2B5EF4-FFF2-40B4-BE49-F238E27FC236}">
                <a16:creationId xmlns:a16="http://schemas.microsoft.com/office/drawing/2014/main" id="{B5A11B9F-68B0-405D-8B6F-DDBC74E10DDA}"/>
              </a:ext>
            </a:extLst>
          </p:cNvPr>
          <p:cNvSpPr>
            <a:spLocks noGrp="1"/>
          </p:cNvSpPr>
          <p:nvPr>
            <p:ph type="body" sz="quarter" idx="36"/>
          </p:nvPr>
        </p:nvSpPr>
        <p:spPr>
          <a:xfrm>
            <a:off x="3498104" y="3509136"/>
            <a:ext cx="2286000" cy="731520"/>
          </a:xfrm>
        </p:spPr>
        <p:txBody>
          <a:bodyPr vert="horz" lIns="91440" tIns="45720" rIns="91440" bIns="45720" rtlCol="0" anchor="t">
            <a:noAutofit/>
          </a:bodyPr>
          <a:lstStyle/>
          <a:p>
            <a:pPr rtl="0"/>
            <a:r>
              <a:rPr lang="fr-FR" dirty="0"/>
              <a:t>Programmeur</a:t>
            </a:r>
            <a:endParaRPr lang="fr-CA" dirty="0"/>
          </a:p>
        </p:txBody>
      </p:sp>
      <p:sp>
        <p:nvSpPr>
          <p:cNvPr id="3" name="Espace réservé du texte 2">
            <a:extLst>
              <a:ext uri="{FF2B5EF4-FFF2-40B4-BE49-F238E27FC236}">
                <a16:creationId xmlns:a16="http://schemas.microsoft.com/office/drawing/2014/main" id="{082463A9-91ED-406C-A142-DF9DBB5C018D}"/>
              </a:ext>
            </a:extLst>
          </p:cNvPr>
          <p:cNvSpPr>
            <a:spLocks noGrp="1"/>
          </p:cNvSpPr>
          <p:nvPr>
            <p:ph type="body" sz="quarter" idx="12"/>
          </p:nvPr>
        </p:nvSpPr>
        <p:spPr>
          <a:xfrm>
            <a:off x="3498105" y="4277232"/>
            <a:ext cx="2286000" cy="640080"/>
          </a:xfrm>
        </p:spPr>
        <p:txBody>
          <a:bodyPr vert="horz" lIns="91440" tIns="45720" rIns="91440" bIns="45720" rtlCol="0" anchor="t">
            <a:normAutofit/>
          </a:bodyPr>
          <a:lstStyle/>
          <a:p>
            <a:pPr rtl="0"/>
            <a:r>
              <a:rPr lang="fr-CA" dirty="0" err="1"/>
              <a:t>Escalona</a:t>
            </a:r>
            <a:r>
              <a:rPr lang="fr-CA" dirty="0"/>
              <a:t> De Abreu Rafael Eduardo</a:t>
            </a:r>
          </a:p>
        </p:txBody>
      </p:sp>
      <p:sp>
        <p:nvSpPr>
          <p:cNvPr id="29" name="Espace réservé du texte 28">
            <a:extLst>
              <a:ext uri="{FF2B5EF4-FFF2-40B4-BE49-F238E27FC236}">
                <a16:creationId xmlns:a16="http://schemas.microsoft.com/office/drawing/2014/main" id="{A362839C-0A6B-4785-ACD4-42645537AFF4}"/>
              </a:ext>
            </a:extLst>
          </p:cNvPr>
          <p:cNvSpPr>
            <a:spLocks noGrp="1"/>
          </p:cNvSpPr>
          <p:nvPr>
            <p:ph type="body" sz="quarter" idx="33"/>
          </p:nvPr>
        </p:nvSpPr>
        <p:spPr>
          <a:xfrm>
            <a:off x="6241304" y="2149157"/>
            <a:ext cx="2743201" cy="2997072"/>
          </a:xfrm>
          <a:solidFill>
            <a:schemeClr val="accent6">
              <a:lumMod val="75000"/>
            </a:schemeClr>
          </a:solidFill>
        </p:spPr>
        <p:txBody>
          <a:bodyPr rtlCol="0"/>
          <a:lstStyle/>
          <a:p>
            <a:pPr rtl="0"/>
            <a:r>
              <a:rPr lang="fr-CA" dirty="0"/>
              <a:t>3</a:t>
            </a:r>
          </a:p>
        </p:txBody>
      </p:sp>
      <p:sp>
        <p:nvSpPr>
          <p:cNvPr id="58" name="Espace réservé du texte 57">
            <a:extLst>
              <a:ext uri="{FF2B5EF4-FFF2-40B4-BE49-F238E27FC236}">
                <a16:creationId xmlns:a16="http://schemas.microsoft.com/office/drawing/2014/main" id="{EC3B6141-A529-43FA-B6A2-0FFA5D9DF00C}"/>
              </a:ext>
            </a:extLst>
          </p:cNvPr>
          <p:cNvSpPr>
            <a:spLocks noGrp="1"/>
          </p:cNvSpPr>
          <p:nvPr>
            <p:ph type="body" sz="quarter" idx="37"/>
          </p:nvPr>
        </p:nvSpPr>
        <p:spPr>
          <a:xfrm>
            <a:off x="6484159" y="3511296"/>
            <a:ext cx="2286000" cy="731520"/>
          </a:xfrm>
        </p:spPr>
        <p:txBody>
          <a:bodyPr rtlCol="0"/>
          <a:lstStyle/>
          <a:p>
            <a:pPr rtl="0"/>
            <a:r>
              <a:rPr lang="fr-CA" dirty="0"/>
              <a:t>Programmeur</a:t>
            </a:r>
          </a:p>
          <a:p>
            <a:pPr rtl="0"/>
            <a:endParaRPr lang="fr-CA" dirty="0"/>
          </a:p>
        </p:txBody>
      </p:sp>
      <p:sp>
        <p:nvSpPr>
          <p:cNvPr id="26" name="Espace réservé du texte 25">
            <a:extLst>
              <a:ext uri="{FF2B5EF4-FFF2-40B4-BE49-F238E27FC236}">
                <a16:creationId xmlns:a16="http://schemas.microsoft.com/office/drawing/2014/main" id="{AF961A7D-A035-4952-BEF5-34EE93A2486F}"/>
              </a:ext>
            </a:extLst>
          </p:cNvPr>
          <p:cNvSpPr>
            <a:spLocks noGrp="1"/>
          </p:cNvSpPr>
          <p:nvPr>
            <p:ph type="body" sz="quarter" idx="13"/>
          </p:nvPr>
        </p:nvSpPr>
        <p:spPr>
          <a:xfrm>
            <a:off x="6484160" y="4279392"/>
            <a:ext cx="2286000" cy="640080"/>
          </a:xfrm>
        </p:spPr>
        <p:txBody>
          <a:bodyPr vert="horz" lIns="91440" tIns="45720" rIns="91440" bIns="45720" rtlCol="0" anchor="t">
            <a:normAutofit/>
          </a:bodyPr>
          <a:lstStyle/>
          <a:p>
            <a:pPr rtl="0"/>
            <a:r>
              <a:rPr lang="fr-CA" noProof="1"/>
              <a:t>Jean Baptiste Dave</a:t>
            </a:r>
            <a:endParaRPr lang="fr-CA" dirty="0"/>
          </a:p>
        </p:txBody>
      </p:sp>
      <p:sp>
        <p:nvSpPr>
          <p:cNvPr id="35" name="Espace réservé de la date 34">
            <a:extLst>
              <a:ext uri="{FF2B5EF4-FFF2-40B4-BE49-F238E27FC236}">
                <a16:creationId xmlns:a16="http://schemas.microsoft.com/office/drawing/2014/main" id="{49974BE5-90FB-42C0-A67E-03D93A179D73}"/>
              </a:ext>
            </a:extLst>
          </p:cNvPr>
          <p:cNvSpPr>
            <a:spLocks noGrp="1"/>
          </p:cNvSpPr>
          <p:nvPr>
            <p:ph type="dt" sz="half" idx="38"/>
          </p:nvPr>
        </p:nvSpPr>
        <p:spPr>
          <a:xfrm>
            <a:off x="838200" y="6356350"/>
            <a:ext cx="2743200" cy="365125"/>
          </a:xfrm>
        </p:spPr>
        <p:txBody>
          <a:bodyPr rtlCol="0"/>
          <a:lstStyle/>
          <a:p>
            <a:pPr rtl="0"/>
            <a:r>
              <a:rPr lang="fr-CA" dirty="0"/>
              <a:t>30 mai 2024</a:t>
            </a:r>
          </a:p>
        </p:txBody>
      </p:sp>
      <p:sp>
        <p:nvSpPr>
          <p:cNvPr id="6" name="Espace réservé du pied de page 5">
            <a:extLst>
              <a:ext uri="{FF2B5EF4-FFF2-40B4-BE49-F238E27FC236}">
                <a16:creationId xmlns:a16="http://schemas.microsoft.com/office/drawing/2014/main" id="{232271CD-BE6E-4BDA-AE95-037EC2B14655}"/>
              </a:ext>
            </a:extLst>
          </p:cNvPr>
          <p:cNvSpPr>
            <a:spLocks noGrp="1"/>
          </p:cNvSpPr>
          <p:nvPr>
            <p:ph type="ftr" sz="quarter" idx="10"/>
          </p:nvPr>
        </p:nvSpPr>
        <p:spPr>
          <a:xfrm>
            <a:off x="4038600" y="6356350"/>
            <a:ext cx="4114800" cy="365125"/>
          </a:xfrm>
        </p:spPr>
        <p:txBody>
          <a:bodyPr rtlCol="0"/>
          <a:lstStyle/>
          <a:p>
            <a:pPr rtl="0"/>
            <a:r>
              <a:rPr lang="fr-CA"/>
              <a:t>Titre de la présentation rapide</a:t>
            </a:r>
            <a:endParaRPr lang="fr-CA" dirty="0"/>
          </a:p>
        </p:txBody>
      </p:sp>
      <p:sp>
        <p:nvSpPr>
          <p:cNvPr id="34" name="Espace réservé du numéro de diapositive 33">
            <a:extLst>
              <a:ext uri="{FF2B5EF4-FFF2-40B4-BE49-F238E27FC236}">
                <a16:creationId xmlns:a16="http://schemas.microsoft.com/office/drawing/2014/main" id="{5B126C81-EB34-4B01-A592-C14F87B18B68}"/>
              </a:ext>
            </a:extLst>
          </p:cNvPr>
          <p:cNvSpPr>
            <a:spLocks noGrp="1"/>
          </p:cNvSpPr>
          <p:nvPr>
            <p:ph type="sldNum" sz="quarter" idx="11"/>
          </p:nvPr>
        </p:nvSpPr>
        <p:spPr>
          <a:xfrm>
            <a:off x="8610600" y="6356350"/>
            <a:ext cx="2743200" cy="365125"/>
          </a:xfrm>
        </p:spPr>
        <p:txBody>
          <a:bodyPr rtlCol="0"/>
          <a:lstStyle/>
          <a:p>
            <a:pPr rtl="0"/>
            <a:fld id="{19B51A1E-902D-48AF-9020-955120F399B6}" type="slidenum">
              <a:rPr lang="fr-CA" smtClean="0"/>
              <a:pPr rtl="0"/>
              <a:t>3</a:t>
            </a:fld>
            <a:endParaRPr lang="fr-CA" dirty="0"/>
          </a:p>
        </p:txBody>
      </p:sp>
      <p:sp>
        <p:nvSpPr>
          <p:cNvPr id="2" name="Espace réservé du texte 28">
            <a:extLst>
              <a:ext uri="{FF2B5EF4-FFF2-40B4-BE49-F238E27FC236}">
                <a16:creationId xmlns:a16="http://schemas.microsoft.com/office/drawing/2014/main" id="{489B42CF-2A2E-AFBC-2A42-452723DCC894}"/>
              </a:ext>
            </a:extLst>
          </p:cNvPr>
          <p:cNvSpPr txBox="1">
            <a:spLocks/>
          </p:cNvSpPr>
          <p:nvPr/>
        </p:nvSpPr>
        <p:spPr>
          <a:xfrm>
            <a:off x="9297397"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defTabSz="914400" rtl="0" eaLnBrk="1" latinLnBrk="0" hangingPunct="1">
              <a:lnSpc>
                <a:spcPct val="90000"/>
              </a:lnSpc>
              <a:spcBef>
                <a:spcPts val="0"/>
              </a:spcBef>
              <a:spcAft>
                <a:spcPts val="0"/>
              </a:spcAft>
              <a:buFont typeface="Arial" panose="020B0604020202020204" pitchFamily="34" charset="0"/>
              <a:buNone/>
              <a:defRPr lang="en-ZA" sz="3800" b="1" kern="1200" dirty="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CA" dirty="0"/>
              <a:t>4</a:t>
            </a:r>
          </a:p>
        </p:txBody>
      </p:sp>
      <p:sp>
        <p:nvSpPr>
          <p:cNvPr id="4" name="Espace réservé du texte 57">
            <a:extLst>
              <a:ext uri="{FF2B5EF4-FFF2-40B4-BE49-F238E27FC236}">
                <a16:creationId xmlns:a16="http://schemas.microsoft.com/office/drawing/2014/main" id="{BC9F76AD-B248-B7DD-0E59-64DB7A2F4CB0}"/>
              </a:ext>
            </a:extLst>
          </p:cNvPr>
          <p:cNvSpPr txBox="1">
            <a:spLocks/>
          </p:cNvSpPr>
          <p:nvPr/>
        </p:nvSpPr>
        <p:spPr>
          <a:xfrm>
            <a:off x="9540252" y="3511296"/>
            <a:ext cx="2286000" cy="731520"/>
          </a:xfrm>
          <a:prstGeom prst="rect">
            <a:avLst/>
          </a:prstGeom>
        </p:spPr>
        <p:txBody>
          <a:bodyPr vert="horz" lIns="91440" tIns="45720" rIns="91440" bIns="45720" rtlCol="0">
            <a:noAutofit/>
          </a:bodyPr>
          <a:lstStyle>
            <a:lvl1pPr marL="0" indent="0" algn="ctr" defTabSz="914400" rtl="0" eaLnBrk="1" latinLnBrk="0" hangingPunct="1">
              <a:lnSpc>
                <a:spcPct val="100000"/>
              </a:lnSpc>
              <a:spcBef>
                <a:spcPts val="0"/>
              </a:spcBef>
              <a:buFont typeface="Arial" panose="020B0604020202020204" pitchFamily="34" charset="0"/>
              <a:buNone/>
              <a:defRPr sz="1800" b="0" kern="1200">
                <a:solidFill>
                  <a:schemeClr val="tx1"/>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P</a:t>
            </a:r>
            <a:r>
              <a:rPr lang="fr-CA" dirty="0" err="1"/>
              <a:t>rogrammeur</a:t>
            </a:r>
            <a:endParaRPr lang="fr-CA" dirty="0"/>
          </a:p>
        </p:txBody>
      </p:sp>
      <p:sp>
        <p:nvSpPr>
          <p:cNvPr id="5" name="Espace réservé du texte 25">
            <a:extLst>
              <a:ext uri="{FF2B5EF4-FFF2-40B4-BE49-F238E27FC236}">
                <a16:creationId xmlns:a16="http://schemas.microsoft.com/office/drawing/2014/main" id="{35CB851E-D05D-3995-2013-0036D8BFC694}"/>
              </a:ext>
            </a:extLst>
          </p:cNvPr>
          <p:cNvSpPr txBox="1">
            <a:spLocks/>
          </p:cNvSpPr>
          <p:nvPr/>
        </p:nvSpPr>
        <p:spPr>
          <a:xfrm>
            <a:off x="9540253" y="4279392"/>
            <a:ext cx="2286000" cy="640080"/>
          </a:xfrm>
          <a:prstGeom prst="rect">
            <a:avLst/>
          </a:prstGeom>
        </p:spPr>
        <p:txBody>
          <a:bodyPr vert="horz" lIns="91440" tIns="45720" rIns="91440" bIns="45720" rtlCol="0" anchor="t">
            <a:normAutofit/>
          </a:bodyPr>
          <a:lstStyle>
            <a:lvl1pPr marL="0" indent="0" algn="ctr"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CA" noProof="1"/>
              <a:t>Zapitoski Jacob </a:t>
            </a:r>
            <a:endParaRPr lang="fr-CA" dirty="0"/>
          </a:p>
        </p:txBody>
      </p:sp>
    </p:spTree>
    <p:extLst>
      <p:ext uri="{BB962C8B-B14F-4D97-AF65-F5344CB8AC3E}">
        <p14:creationId xmlns:p14="http://schemas.microsoft.com/office/powerpoint/2010/main" val="38313007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a:xfrm>
            <a:off x="939860" y="365760"/>
            <a:ext cx="10318690" cy="1325880"/>
          </a:xfrm>
        </p:spPr>
        <p:txBody>
          <a:bodyPr rtlCol="0"/>
          <a:lstStyle/>
          <a:p>
            <a:pPr rtl="0"/>
            <a:r>
              <a:rPr lang="fr-CA" dirty="0"/>
              <a:t>Mise en contexte</a:t>
            </a:r>
          </a:p>
        </p:txBody>
      </p:sp>
      <p:sp>
        <p:nvSpPr>
          <p:cNvPr id="6" name="Espace réservé du texte 5">
            <a:extLst>
              <a:ext uri="{FF2B5EF4-FFF2-40B4-BE49-F238E27FC236}">
                <a16:creationId xmlns:a16="http://schemas.microsoft.com/office/drawing/2014/main" id="{FB02A17B-8C7F-4600-9FBE-49BE31E3E1FA}"/>
              </a:ext>
            </a:extLst>
          </p:cNvPr>
          <p:cNvSpPr>
            <a:spLocks noGrp="1"/>
          </p:cNvSpPr>
          <p:nvPr>
            <p:ph type="body" sz="quarter" idx="15"/>
          </p:nvPr>
        </p:nvSpPr>
        <p:spPr>
          <a:xfrm>
            <a:off x="1764862" y="1559559"/>
            <a:ext cx="4114800" cy="428755"/>
          </a:xfrm>
        </p:spPr>
        <p:txBody>
          <a:bodyPr rtlCol="0"/>
          <a:lstStyle/>
          <a:p>
            <a:pPr rtl="0"/>
            <a:r>
              <a:rPr lang="fr-CA" dirty="0"/>
              <a:t>Cours de développement web et d’application mobile 2</a:t>
            </a:r>
          </a:p>
        </p:txBody>
      </p:sp>
      <p:sp>
        <p:nvSpPr>
          <p:cNvPr id="5" name="Espace réservé du texte 4">
            <a:extLst>
              <a:ext uri="{FF2B5EF4-FFF2-40B4-BE49-F238E27FC236}">
                <a16:creationId xmlns:a16="http://schemas.microsoft.com/office/drawing/2014/main" id="{F70419B2-F393-4213-A2F2-54D877B3EE40}"/>
              </a:ext>
            </a:extLst>
          </p:cNvPr>
          <p:cNvSpPr>
            <a:spLocks noGrp="1"/>
          </p:cNvSpPr>
          <p:nvPr>
            <p:ph type="body" sz="quarter" idx="13"/>
          </p:nvPr>
        </p:nvSpPr>
        <p:spPr>
          <a:xfrm>
            <a:off x="1764862" y="2282238"/>
            <a:ext cx="4114800" cy="822960"/>
          </a:xfrm>
        </p:spPr>
        <p:txBody>
          <a:bodyPr rtlCol="0">
            <a:normAutofit fontScale="85000" lnSpcReduction="10000"/>
          </a:bodyPr>
          <a:lstStyle/>
          <a:p>
            <a:pPr rtl="0"/>
            <a:r>
              <a:rPr lang="fr-CA" dirty="0"/>
              <a:t>Dans le cadre de notre formation professionnelle, il nous été demandé de concevoir un site internet tiré d’une liste  </a:t>
            </a:r>
          </a:p>
        </p:txBody>
      </p:sp>
      <p:sp>
        <p:nvSpPr>
          <p:cNvPr id="8" name="Espace réservé du texte 7">
            <a:extLst>
              <a:ext uri="{FF2B5EF4-FFF2-40B4-BE49-F238E27FC236}">
                <a16:creationId xmlns:a16="http://schemas.microsoft.com/office/drawing/2014/main" id="{107A6D8A-72F9-4BD4-A4AE-69013301D93C}"/>
              </a:ext>
            </a:extLst>
          </p:cNvPr>
          <p:cNvSpPr>
            <a:spLocks noGrp="1"/>
          </p:cNvSpPr>
          <p:nvPr>
            <p:ph type="body" sz="quarter" idx="17"/>
          </p:nvPr>
        </p:nvSpPr>
        <p:spPr>
          <a:xfrm>
            <a:off x="1766835" y="3099816"/>
            <a:ext cx="4114800" cy="428755"/>
          </a:xfrm>
        </p:spPr>
        <p:txBody>
          <a:bodyPr rtlCol="0"/>
          <a:lstStyle/>
          <a:p>
            <a:pPr rtl="0"/>
            <a:r>
              <a:rPr lang="fr-CA" dirty="0"/>
              <a:t>Technologies nouvelles et variées</a:t>
            </a:r>
          </a:p>
        </p:txBody>
      </p:sp>
      <p:sp>
        <p:nvSpPr>
          <p:cNvPr id="7" name="Espace réservé du texte 6">
            <a:extLst>
              <a:ext uri="{FF2B5EF4-FFF2-40B4-BE49-F238E27FC236}">
                <a16:creationId xmlns:a16="http://schemas.microsoft.com/office/drawing/2014/main" id="{A83EA85C-EBA3-4B50-86CE-7FD4A374EC95}"/>
              </a:ext>
            </a:extLst>
          </p:cNvPr>
          <p:cNvSpPr>
            <a:spLocks noGrp="1"/>
          </p:cNvSpPr>
          <p:nvPr>
            <p:ph type="body" sz="quarter" idx="16"/>
          </p:nvPr>
        </p:nvSpPr>
        <p:spPr>
          <a:xfrm>
            <a:off x="1766835" y="3529584"/>
            <a:ext cx="4114800" cy="822960"/>
          </a:xfrm>
        </p:spPr>
        <p:txBody>
          <a:bodyPr rtlCol="0"/>
          <a:lstStyle/>
          <a:p>
            <a:pPr rtl="0"/>
            <a:r>
              <a:rPr lang="fr-CA" dirty="0"/>
              <a:t>Le site a été bâtis et modifié selon différents langages</a:t>
            </a:r>
          </a:p>
        </p:txBody>
      </p:sp>
      <p:sp>
        <p:nvSpPr>
          <p:cNvPr id="10" name="Espace réservé du texte 9">
            <a:extLst>
              <a:ext uri="{FF2B5EF4-FFF2-40B4-BE49-F238E27FC236}">
                <a16:creationId xmlns:a16="http://schemas.microsoft.com/office/drawing/2014/main" id="{B3247631-4CDA-4DAE-BFB7-19E0E06A3FEC}"/>
              </a:ext>
            </a:extLst>
          </p:cNvPr>
          <p:cNvSpPr>
            <a:spLocks noGrp="1"/>
          </p:cNvSpPr>
          <p:nvPr>
            <p:ph type="body" sz="quarter" idx="19"/>
          </p:nvPr>
        </p:nvSpPr>
        <p:spPr>
          <a:xfrm>
            <a:off x="6311403" y="1752595"/>
            <a:ext cx="4114800" cy="428755"/>
          </a:xfrm>
        </p:spPr>
        <p:txBody>
          <a:bodyPr rtlCol="0"/>
          <a:lstStyle/>
          <a:p>
            <a:pPr rtl="0"/>
            <a:r>
              <a:rPr lang="fr-FR" dirty="0"/>
              <a:t>Thème imposé</a:t>
            </a:r>
            <a:endParaRPr lang="fr-CA" dirty="0"/>
          </a:p>
        </p:txBody>
      </p:sp>
      <p:sp>
        <p:nvSpPr>
          <p:cNvPr id="9" name="Espace réservé du texte 8">
            <a:extLst>
              <a:ext uri="{FF2B5EF4-FFF2-40B4-BE49-F238E27FC236}">
                <a16:creationId xmlns:a16="http://schemas.microsoft.com/office/drawing/2014/main" id="{8C01D04F-A541-4735-B655-9BDF5313C65C}"/>
              </a:ext>
            </a:extLst>
          </p:cNvPr>
          <p:cNvSpPr>
            <a:spLocks noGrp="1"/>
          </p:cNvSpPr>
          <p:nvPr>
            <p:ph type="body" sz="quarter" idx="18"/>
          </p:nvPr>
        </p:nvSpPr>
        <p:spPr>
          <a:xfrm>
            <a:off x="6311403" y="2280435"/>
            <a:ext cx="4114800" cy="822960"/>
          </a:xfrm>
        </p:spPr>
        <p:txBody>
          <a:bodyPr rtlCol="0"/>
          <a:lstStyle/>
          <a:p>
            <a:pPr rtl="0"/>
            <a:r>
              <a:rPr lang="fr-CA" dirty="0"/>
              <a:t>Portant sur une plateforme d’échanges culturels et linguistiques</a:t>
            </a:r>
          </a:p>
        </p:txBody>
      </p:sp>
      <p:sp>
        <p:nvSpPr>
          <p:cNvPr id="12" name="Espace réservé du texte 11">
            <a:extLst>
              <a:ext uri="{FF2B5EF4-FFF2-40B4-BE49-F238E27FC236}">
                <a16:creationId xmlns:a16="http://schemas.microsoft.com/office/drawing/2014/main" id="{7F67EAD8-DD92-4AEB-8BE7-53E5FA194B44}"/>
              </a:ext>
            </a:extLst>
          </p:cNvPr>
          <p:cNvSpPr>
            <a:spLocks noGrp="1"/>
          </p:cNvSpPr>
          <p:nvPr>
            <p:ph type="body" sz="quarter" idx="21"/>
          </p:nvPr>
        </p:nvSpPr>
        <p:spPr>
          <a:xfrm>
            <a:off x="6311403" y="3099816"/>
            <a:ext cx="4114800" cy="428755"/>
          </a:xfrm>
        </p:spPr>
        <p:txBody>
          <a:bodyPr rtlCol="0"/>
          <a:lstStyle/>
          <a:p>
            <a:pPr rtl="0"/>
            <a:r>
              <a:rPr lang="fr-CA" dirty="0"/>
              <a:t>Authenticité</a:t>
            </a:r>
          </a:p>
        </p:txBody>
      </p:sp>
      <p:sp>
        <p:nvSpPr>
          <p:cNvPr id="11" name="Espace réservé du texte 10">
            <a:extLst>
              <a:ext uri="{FF2B5EF4-FFF2-40B4-BE49-F238E27FC236}">
                <a16:creationId xmlns:a16="http://schemas.microsoft.com/office/drawing/2014/main" id="{44E7FBD4-2705-45F7-AB4F-8925DE1DB8D3}"/>
              </a:ext>
            </a:extLst>
          </p:cNvPr>
          <p:cNvSpPr>
            <a:spLocks noGrp="1"/>
          </p:cNvSpPr>
          <p:nvPr>
            <p:ph type="body" sz="quarter" idx="20"/>
          </p:nvPr>
        </p:nvSpPr>
        <p:spPr>
          <a:xfrm>
            <a:off x="6311403" y="3529584"/>
            <a:ext cx="4114800" cy="822960"/>
          </a:xfrm>
        </p:spPr>
        <p:txBody>
          <a:bodyPr rtlCol="0"/>
          <a:lstStyle/>
          <a:p>
            <a:pPr rtl="0"/>
            <a:r>
              <a:rPr lang="fr-CA" dirty="0"/>
              <a:t>Notre site internet possède un charme qui lui est propre, surtout au niveau de l’esthétique.</a:t>
            </a:r>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a:xfrm>
            <a:off x="4038600" y="6356350"/>
            <a:ext cx="4114800" cy="365125"/>
          </a:xfrm>
        </p:spPr>
        <p:txBody>
          <a:bodyPr rtlCol="0"/>
          <a:lstStyle/>
          <a:p>
            <a:pPr rtl="0"/>
            <a:r>
              <a:rPr lang="fr-CA" dirty="0"/>
              <a:t>Plateforme échange culturel et linguistique</a:t>
            </a:r>
          </a:p>
        </p:txBody>
      </p:sp>
      <p:sp>
        <p:nvSpPr>
          <p:cNvPr id="13" name="Espace réservé pour la diapositive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4</a:t>
            </a:fld>
            <a:endParaRPr lang="fr-CA"/>
          </a:p>
        </p:txBody>
      </p:sp>
    </p:spTree>
    <p:extLst>
      <p:ext uri="{BB962C8B-B14F-4D97-AF65-F5344CB8AC3E}">
        <p14:creationId xmlns:p14="http://schemas.microsoft.com/office/powerpoint/2010/main" val="22819140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rtlCol="0">
            <a:normAutofit/>
          </a:bodyPr>
          <a:lstStyle/>
          <a:p>
            <a:pPr rtl="0"/>
            <a:r>
              <a:rPr lang="fr-CA" dirty="0"/>
              <a:t>Acteurs et fonctionnalités </a:t>
            </a:r>
          </a:p>
        </p:txBody>
      </p:sp>
      <p:sp>
        <p:nvSpPr>
          <p:cNvPr id="4" name="Espace réservé du texte 3">
            <a:extLst>
              <a:ext uri="{FF2B5EF4-FFF2-40B4-BE49-F238E27FC236}">
                <a16:creationId xmlns:a16="http://schemas.microsoft.com/office/drawing/2014/main" id="{615C66C5-CF46-4BB3-82CB-5E5DFB9B5498}"/>
              </a:ext>
            </a:extLst>
          </p:cNvPr>
          <p:cNvSpPr>
            <a:spLocks noGrp="1"/>
          </p:cNvSpPr>
          <p:nvPr>
            <p:ph type="body" sz="quarter" idx="14"/>
          </p:nvPr>
        </p:nvSpPr>
        <p:spPr>
          <a:xfrm>
            <a:off x="841248" y="1692431"/>
            <a:ext cx="3657600" cy="365760"/>
          </a:xfrm>
        </p:spPr>
        <p:txBody>
          <a:bodyPr rtlCol="0">
            <a:noAutofit/>
          </a:bodyPr>
          <a:lstStyle/>
          <a:p>
            <a:pPr rtl="0"/>
            <a:r>
              <a:rPr lang="fr-FR" dirty="0"/>
              <a:t>LES INVITÉS : </a:t>
            </a:r>
            <a:endParaRPr lang="fr-CA" dirty="0"/>
          </a:p>
        </p:txBody>
      </p:sp>
      <p:sp>
        <p:nvSpPr>
          <p:cNvPr id="3" name="Espace réservé du contenu 2">
            <a:extLst>
              <a:ext uri="{FF2B5EF4-FFF2-40B4-BE49-F238E27FC236}">
                <a16:creationId xmlns:a16="http://schemas.microsoft.com/office/drawing/2014/main" id="{7D779DE4-CAEA-4617-897E-FEC9A2AC2D6A}"/>
              </a:ext>
            </a:extLst>
          </p:cNvPr>
          <p:cNvSpPr>
            <a:spLocks noGrp="1"/>
          </p:cNvSpPr>
          <p:nvPr>
            <p:ph type="body" sz="quarter" idx="13"/>
          </p:nvPr>
        </p:nvSpPr>
        <p:spPr>
          <a:xfrm>
            <a:off x="841248" y="2101501"/>
            <a:ext cx="3657600" cy="1188720"/>
          </a:xfrm>
        </p:spPr>
        <p:txBody>
          <a:bodyPr vert="horz" lIns="91440" tIns="45720" rIns="91440" bIns="45720" rtlCol="0" anchor="t">
            <a:normAutofit/>
          </a:bodyPr>
          <a:lstStyle/>
          <a:p>
            <a:pPr rtl="0"/>
            <a:r>
              <a:rPr lang="fr-FR" dirty="0"/>
              <a:t>N</a:t>
            </a:r>
            <a:r>
              <a:rPr lang="fr-CA" dirty="0"/>
              <a:t>e peuvent que consulter du contenu public avec un accès limité pour les inciter à s’inscrire sur la plateforme</a:t>
            </a:r>
          </a:p>
        </p:txBody>
      </p:sp>
      <p:sp>
        <p:nvSpPr>
          <p:cNvPr id="17" name="Espace réservé du texte 16">
            <a:extLst>
              <a:ext uri="{FF2B5EF4-FFF2-40B4-BE49-F238E27FC236}">
                <a16:creationId xmlns:a16="http://schemas.microsoft.com/office/drawing/2014/main" id="{42B0A734-B5BB-42C2-946F-EC7ABE90A23A}"/>
              </a:ext>
            </a:extLst>
          </p:cNvPr>
          <p:cNvSpPr>
            <a:spLocks noGrp="1"/>
          </p:cNvSpPr>
          <p:nvPr>
            <p:ph type="body" sz="quarter" idx="16"/>
          </p:nvPr>
        </p:nvSpPr>
        <p:spPr>
          <a:xfrm>
            <a:off x="849264" y="3418669"/>
            <a:ext cx="3657600" cy="365760"/>
          </a:xfrm>
        </p:spPr>
        <p:txBody>
          <a:bodyPr rtlCol="0">
            <a:noAutofit/>
          </a:bodyPr>
          <a:lstStyle/>
          <a:p>
            <a:pPr rtl="0"/>
            <a:r>
              <a:rPr lang="fr-CA" dirty="0"/>
              <a:t>LES MEMBRES PRIVILÈGES : </a:t>
            </a:r>
          </a:p>
        </p:txBody>
      </p:sp>
      <p:sp>
        <p:nvSpPr>
          <p:cNvPr id="16" name="Espace réservé du texte 15">
            <a:extLst>
              <a:ext uri="{FF2B5EF4-FFF2-40B4-BE49-F238E27FC236}">
                <a16:creationId xmlns:a16="http://schemas.microsoft.com/office/drawing/2014/main" id="{6833B00A-55B6-4D4D-AE3C-CFF37D65FA50}"/>
              </a:ext>
            </a:extLst>
          </p:cNvPr>
          <p:cNvSpPr>
            <a:spLocks noGrp="1"/>
          </p:cNvSpPr>
          <p:nvPr>
            <p:ph type="body" sz="quarter" idx="15"/>
          </p:nvPr>
        </p:nvSpPr>
        <p:spPr>
          <a:xfrm>
            <a:off x="849264" y="3827739"/>
            <a:ext cx="3657600" cy="1188720"/>
          </a:xfrm>
        </p:spPr>
        <p:txBody>
          <a:bodyPr rtlCol="0">
            <a:normAutofit fontScale="92500"/>
          </a:bodyPr>
          <a:lstStyle/>
          <a:p>
            <a:pPr rtl="0"/>
            <a:r>
              <a:rPr lang="fr-CA" dirty="0"/>
              <a:t>Peuvent faire tout ce que font les membres réguliers et en plus recevoir des courriels, envoyer des messages personnalisés(clin d’œil) , gérer des  favoris dans la liste d’amis. </a:t>
            </a:r>
          </a:p>
        </p:txBody>
      </p:sp>
      <p:sp>
        <p:nvSpPr>
          <p:cNvPr id="19" name="Espace réservé du texte 18">
            <a:extLst>
              <a:ext uri="{FF2B5EF4-FFF2-40B4-BE49-F238E27FC236}">
                <a16:creationId xmlns:a16="http://schemas.microsoft.com/office/drawing/2014/main" id="{4B8BE8D6-18EB-4262-B841-22EEAC0B54F3}"/>
              </a:ext>
            </a:extLst>
          </p:cNvPr>
          <p:cNvSpPr>
            <a:spLocks noGrp="1"/>
          </p:cNvSpPr>
          <p:nvPr>
            <p:ph type="body" sz="quarter" idx="18"/>
          </p:nvPr>
        </p:nvSpPr>
        <p:spPr>
          <a:xfrm>
            <a:off x="4940020" y="1688419"/>
            <a:ext cx="3657600" cy="365760"/>
          </a:xfrm>
        </p:spPr>
        <p:txBody>
          <a:bodyPr rtlCol="0">
            <a:noAutofit/>
          </a:bodyPr>
          <a:lstStyle/>
          <a:p>
            <a:pPr rtl="0"/>
            <a:r>
              <a:rPr lang="fr-CA" dirty="0"/>
              <a:t>LES MEMBRES RÉGULIERS : </a:t>
            </a:r>
          </a:p>
        </p:txBody>
      </p:sp>
      <p:sp>
        <p:nvSpPr>
          <p:cNvPr id="18" name="Espace réservé du texte 17">
            <a:extLst>
              <a:ext uri="{FF2B5EF4-FFF2-40B4-BE49-F238E27FC236}">
                <a16:creationId xmlns:a16="http://schemas.microsoft.com/office/drawing/2014/main" id="{C9A7EEBF-BEE2-4555-B5EC-E6F42DCABC49}"/>
              </a:ext>
            </a:extLst>
          </p:cNvPr>
          <p:cNvSpPr>
            <a:spLocks noGrp="1"/>
          </p:cNvSpPr>
          <p:nvPr>
            <p:ph type="body" sz="quarter" idx="17"/>
          </p:nvPr>
        </p:nvSpPr>
        <p:spPr>
          <a:xfrm>
            <a:off x="4940020" y="2097488"/>
            <a:ext cx="3657600" cy="2466847"/>
          </a:xfrm>
        </p:spPr>
        <p:txBody>
          <a:bodyPr rtlCol="0">
            <a:normAutofit/>
          </a:bodyPr>
          <a:lstStyle/>
          <a:p>
            <a:pPr rtl="0"/>
            <a:r>
              <a:rPr lang="fr-FR" dirty="0"/>
              <a:t>Peuvent gérer leurs profils avec des informations personnelles, intérêts linguistiques et culturels. Ils peuvent gérer des photos et documents, partager des expériences, rechercher d’autres utilisateurs selon des filtres, gérer leurs amis, participer à des forums et communiquer par message</a:t>
            </a:r>
            <a:endParaRPr lang="fr-CA" dirty="0"/>
          </a:p>
        </p:txBody>
      </p:sp>
      <p:sp>
        <p:nvSpPr>
          <p:cNvPr id="21" name="Espace réservé du texte 20">
            <a:extLst>
              <a:ext uri="{FF2B5EF4-FFF2-40B4-BE49-F238E27FC236}">
                <a16:creationId xmlns:a16="http://schemas.microsoft.com/office/drawing/2014/main" id="{09DC85FC-A5F4-4451-8D72-37B64A3F5EA0}"/>
              </a:ext>
            </a:extLst>
          </p:cNvPr>
          <p:cNvSpPr>
            <a:spLocks noGrp="1"/>
          </p:cNvSpPr>
          <p:nvPr>
            <p:ph type="body" sz="quarter" idx="20"/>
          </p:nvPr>
        </p:nvSpPr>
        <p:spPr>
          <a:xfrm>
            <a:off x="4948036" y="4660858"/>
            <a:ext cx="3657600" cy="365760"/>
          </a:xfrm>
        </p:spPr>
        <p:txBody>
          <a:bodyPr rtlCol="0">
            <a:noAutofit/>
          </a:bodyPr>
          <a:lstStyle/>
          <a:p>
            <a:pPr rtl="0"/>
            <a:r>
              <a:rPr lang="fr-CA" dirty="0"/>
              <a:t>LES ADMINISTRATEURS</a:t>
            </a:r>
          </a:p>
        </p:txBody>
      </p:sp>
      <p:sp>
        <p:nvSpPr>
          <p:cNvPr id="82" name="Espace réservé du texte 81">
            <a:extLst>
              <a:ext uri="{FF2B5EF4-FFF2-40B4-BE49-F238E27FC236}">
                <a16:creationId xmlns:a16="http://schemas.microsoft.com/office/drawing/2014/main" id="{D9EC4812-61EE-48AF-8719-45C60242611A}"/>
              </a:ext>
            </a:extLst>
          </p:cNvPr>
          <p:cNvSpPr>
            <a:spLocks noGrp="1"/>
          </p:cNvSpPr>
          <p:nvPr>
            <p:ph type="body" sz="quarter" idx="19"/>
          </p:nvPr>
        </p:nvSpPr>
        <p:spPr>
          <a:xfrm>
            <a:off x="4948036" y="5123140"/>
            <a:ext cx="3657600" cy="1188720"/>
          </a:xfrm>
        </p:spPr>
        <p:txBody>
          <a:bodyPr rtlCol="0"/>
          <a:lstStyle/>
          <a:p>
            <a:pPr rtl="0"/>
            <a:r>
              <a:rPr lang="fr-FR" dirty="0"/>
              <a:t>Peuvent</a:t>
            </a:r>
            <a:r>
              <a:rPr lang="fr-CA" dirty="0"/>
              <a:t> ajouter, supprimer, suspendre ou bannir des membres, surveiller les activités de la plateforme et modérer les forums.</a:t>
            </a:r>
          </a:p>
        </p:txBody>
      </p:sp>
      <p:sp>
        <p:nvSpPr>
          <p:cNvPr id="55" name="Espace réservé de la date 54">
            <a:extLst>
              <a:ext uri="{FF2B5EF4-FFF2-40B4-BE49-F238E27FC236}">
                <a16:creationId xmlns:a16="http://schemas.microsoft.com/office/drawing/2014/main" id="{C1F1F924-C1EC-4BB5-8224-376BC2BB69C9}"/>
              </a:ext>
            </a:extLst>
          </p:cNvPr>
          <p:cNvSpPr>
            <a:spLocks noGrp="1"/>
          </p:cNvSpPr>
          <p:nvPr>
            <p:ph type="dt" sz="half" idx="10"/>
          </p:nvPr>
        </p:nvSpPr>
        <p:spPr>
          <a:xfrm>
            <a:off x="838200" y="6356350"/>
            <a:ext cx="2743200" cy="365125"/>
          </a:xfrm>
        </p:spPr>
        <p:txBody>
          <a:bodyPr rtlCol="0"/>
          <a:lstStyle/>
          <a:p>
            <a:pPr rtl="0"/>
            <a:r>
              <a:rPr lang="fr-FR" dirty="0"/>
              <a:t>30 mai 2024</a:t>
            </a:r>
            <a:endParaRPr lang="fr-CA" dirty="0"/>
          </a:p>
        </p:txBody>
      </p:sp>
      <p:sp>
        <p:nvSpPr>
          <p:cNvPr id="56" name="Espace réservé du pied de page 55">
            <a:extLst>
              <a:ext uri="{FF2B5EF4-FFF2-40B4-BE49-F238E27FC236}">
                <a16:creationId xmlns:a16="http://schemas.microsoft.com/office/drawing/2014/main" id="{93166D88-98DC-449A-8C48-DD727A0D2AE6}"/>
              </a:ext>
            </a:extLst>
          </p:cNvPr>
          <p:cNvSpPr>
            <a:spLocks noGrp="1"/>
          </p:cNvSpPr>
          <p:nvPr>
            <p:ph type="ftr" sz="quarter" idx="11"/>
          </p:nvPr>
        </p:nvSpPr>
        <p:spPr>
          <a:xfrm>
            <a:off x="4038600" y="6356350"/>
            <a:ext cx="4114800" cy="365125"/>
          </a:xfrm>
        </p:spPr>
        <p:txBody>
          <a:bodyPr rtlCol="0"/>
          <a:lstStyle/>
          <a:p>
            <a:pPr rtl="0"/>
            <a:r>
              <a:rPr lang="fr-CA" dirty="0"/>
              <a:t>Plateforme échange culturel et linguistique</a:t>
            </a:r>
          </a:p>
        </p:txBody>
      </p:sp>
      <p:sp>
        <p:nvSpPr>
          <p:cNvPr id="148" name="Espace réservé du numéro de diapositive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5</a:t>
            </a:fld>
            <a:endParaRPr lang="fr-CA"/>
          </a:p>
        </p:txBody>
      </p:sp>
    </p:spTree>
    <p:extLst>
      <p:ext uri="{BB962C8B-B14F-4D97-AF65-F5344CB8AC3E}">
        <p14:creationId xmlns:p14="http://schemas.microsoft.com/office/powerpoint/2010/main" val="73164184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rtlCol="0">
            <a:normAutofit/>
          </a:bodyPr>
          <a:lstStyle/>
          <a:p>
            <a:pPr rtl="0"/>
            <a:r>
              <a:rPr lang="fr-CA" dirty="0"/>
              <a:t>PROBLÈMES Rencontrés</a:t>
            </a:r>
          </a:p>
        </p:txBody>
      </p:sp>
      <p:sp>
        <p:nvSpPr>
          <p:cNvPr id="4" name="Espace réservé du texte 3">
            <a:extLst>
              <a:ext uri="{FF2B5EF4-FFF2-40B4-BE49-F238E27FC236}">
                <a16:creationId xmlns:a16="http://schemas.microsoft.com/office/drawing/2014/main" id="{615C66C5-CF46-4BB3-82CB-5E5DFB9B5498}"/>
              </a:ext>
            </a:extLst>
          </p:cNvPr>
          <p:cNvSpPr>
            <a:spLocks noGrp="1"/>
          </p:cNvSpPr>
          <p:nvPr>
            <p:ph type="body" sz="quarter" idx="14"/>
          </p:nvPr>
        </p:nvSpPr>
        <p:spPr>
          <a:xfrm>
            <a:off x="841248" y="1692431"/>
            <a:ext cx="3657600" cy="365760"/>
          </a:xfrm>
        </p:spPr>
        <p:txBody>
          <a:bodyPr rtlCol="0">
            <a:noAutofit/>
          </a:bodyPr>
          <a:lstStyle/>
          <a:p>
            <a:pPr rtl="0"/>
            <a:r>
              <a:rPr lang="fr-FR" dirty="0"/>
              <a:t>MAUVAISE ORGANISATION</a:t>
            </a:r>
            <a:endParaRPr lang="fr-CA" dirty="0"/>
          </a:p>
        </p:txBody>
      </p:sp>
      <p:sp>
        <p:nvSpPr>
          <p:cNvPr id="3" name="Espace réservé du contenu 2">
            <a:extLst>
              <a:ext uri="{FF2B5EF4-FFF2-40B4-BE49-F238E27FC236}">
                <a16:creationId xmlns:a16="http://schemas.microsoft.com/office/drawing/2014/main" id="{7D779DE4-CAEA-4617-897E-FEC9A2AC2D6A}"/>
              </a:ext>
            </a:extLst>
          </p:cNvPr>
          <p:cNvSpPr>
            <a:spLocks noGrp="1"/>
          </p:cNvSpPr>
          <p:nvPr>
            <p:ph type="body" sz="quarter" idx="13"/>
          </p:nvPr>
        </p:nvSpPr>
        <p:spPr>
          <a:xfrm>
            <a:off x="841248" y="2101501"/>
            <a:ext cx="3657600" cy="1188720"/>
          </a:xfrm>
        </p:spPr>
        <p:txBody>
          <a:bodyPr vert="horz" lIns="91440" tIns="45720" rIns="91440" bIns="45720" rtlCol="0" anchor="t">
            <a:normAutofit/>
          </a:bodyPr>
          <a:lstStyle/>
          <a:p>
            <a:pPr rtl="0"/>
            <a:r>
              <a:rPr lang="fr-CA" dirty="0"/>
              <a:t>Au début du projet, on s’est très mal organisé, on travaillait chacun de notre côté sans trop se consulter</a:t>
            </a:r>
          </a:p>
        </p:txBody>
      </p:sp>
      <p:sp>
        <p:nvSpPr>
          <p:cNvPr id="17" name="Espace réservé du texte 16">
            <a:extLst>
              <a:ext uri="{FF2B5EF4-FFF2-40B4-BE49-F238E27FC236}">
                <a16:creationId xmlns:a16="http://schemas.microsoft.com/office/drawing/2014/main" id="{42B0A734-B5BB-42C2-946F-EC7ABE90A23A}"/>
              </a:ext>
            </a:extLst>
          </p:cNvPr>
          <p:cNvSpPr>
            <a:spLocks noGrp="1"/>
          </p:cNvSpPr>
          <p:nvPr>
            <p:ph type="body" sz="quarter" idx="16"/>
          </p:nvPr>
        </p:nvSpPr>
        <p:spPr>
          <a:xfrm>
            <a:off x="849264" y="3418669"/>
            <a:ext cx="3657600" cy="365760"/>
          </a:xfrm>
        </p:spPr>
        <p:txBody>
          <a:bodyPr rtlCol="0">
            <a:noAutofit/>
          </a:bodyPr>
          <a:lstStyle/>
          <a:p>
            <a:pPr rtl="0"/>
            <a:r>
              <a:rPr lang="fr-CA" dirty="0"/>
              <a:t>ESTHÉTIQUE DU SITE</a:t>
            </a:r>
          </a:p>
        </p:txBody>
      </p:sp>
      <p:sp>
        <p:nvSpPr>
          <p:cNvPr id="16" name="Espace réservé du texte 15">
            <a:extLst>
              <a:ext uri="{FF2B5EF4-FFF2-40B4-BE49-F238E27FC236}">
                <a16:creationId xmlns:a16="http://schemas.microsoft.com/office/drawing/2014/main" id="{6833B00A-55B6-4D4D-AE3C-CFF37D65FA50}"/>
              </a:ext>
            </a:extLst>
          </p:cNvPr>
          <p:cNvSpPr>
            <a:spLocks noGrp="1"/>
          </p:cNvSpPr>
          <p:nvPr>
            <p:ph type="body" sz="quarter" idx="15"/>
          </p:nvPr>
        </p:nvSpPr>
        <p:spPr>
          <a:xfrm>
            <a:off x="849264" y="3827739"/>
            <a:ext cx="3657600" cy="1188720"/>
          </a:xfrm>
        </p:spPr>
        <p:txBody>
          <a:bodyPr rtlCol="0">
            <a:normAutofit/>
          </a:bodyPr>
          <a:lstStyle/>
          <a:p>
            <a:pPr rtl="0"/>
            <a:r>
              <a:rPr lang="fr-CA" dirty="0"/>
              <a:t>L’esthétique initial du site était désagréable, certains éléments ne s’affichaient pas comme prévu </a:t>
            </a:r>
          </a:p>
        </p:txBody>
      </p:sp>
      <p:sp>
        <p:nvSpPr>
          <p:cNvPr id="19" name="Espace réservé du texte 18">
            <a:extLst>
              <a:ext uri="{FF2B5EF4-FFF2-40B4-BE49-F238E27FC236}">
                <a16:creationId xmlns:a16="http://schemas.microsoft.com/office/drawing/2014/main" id="{4B8BE8D6-18EB-4262-B841-22EEAC0B54F3}"/>
              </a:ext>
            </a:extLst>
          </p:cNvPr>
          <p:cNvSpPr>
            <a:spLocks noGrp="1"/>
          </p:cNvSpPr>
          <p:nvPr>
            <p:ph type="body" sz="quarter" idx="18"/>
          </p:nvPr>
        </p:nvSpPr>
        <p:spPr>
          <a:xfrm>
            <a:off x="4940020" y="1688419"/>
            <a:ext cx="3657600" cy="365760"/>
          </a:xfrm>
        </p:spPr>
        <p:txBody>
          <a:bodyPr rtlCol="0">
            <a:noAutofit/>
          </a:bodyPr>
          <a:lstStyle/>
          <a:p>
            <a:pPr rtl="0"/>
            <a:r>
              <a:rPr lang="fr-FR" dirty="0"/>
              <a:t>MAUVAISE UTILISATION DE GITLAB</a:t>
            </a:r>
            <a:endParaRPr lang="fr-CA" dirty="0"/>
          </a:p>
        </p:txBody>
      </p:sp>
      <p:sp>
        <p:nvSpPr>
          <p:cNvPr id="18" name="Espace réservé du texte 17">
            <a:extLst>
              <a:ext uri="{FF2B5EF4-FFF2-40B4-BE49-F238E27FC236}">
                <a16:creationId xmlns:a16="http://schemas.microsoft.com/office/drawing/2014/main" id="{C9A7EEBF-BEE2-4555-B5EC-E6F42DCABC49}"/>
              </a:ext>
            </a:extLst>
          </p:cNvPr>
          <p:cNvSpPr>
            <a:spLocks noGrp="1"/>
          </p:cNvSpPr>
          <p:nvPr>
            <p:ph type="body" sz="quarter" idx="17"/>
          </p:nvPr>
        </p:nvSpPr>
        <p:spPr>
          <a:xfrm>
            <a:off x="4940020" y="2327269"/>
            <a:ext cx="3657600" cy="1188720"/>
          </a:xfrm>
        </p:spPr>
        <p:txBody>
          <a:bodyPr rtlCol="0">
            <a:normAutofit fontScale="92500"/>
          </a:bodyPr>
          <a:lstStyle/>
          <a:p>
            <a:pPr rtl="0"/>
            <a:r>
              <a:rPr lang="fr-FR" dirty="0"/>
              <a:t>L</a:t>
            </a:r>
            <a:r>
              <a:rPr lang="fr-CA" dirty="0"/>
              <a:t>e fait de travailler chacun de notre côté, sur nos branches sans se consulter a entrainé un tas de versions différentes créant alors beaucoup trop de conflit à gérer.</a:t>
            </a:r>
          </a:p>
        </p:txBody>
      </p:sp>
      <p:sp>
        <p:nvSpPr>
          <p:cNvPr id="55" name="Espace réservé de la date 54">
            <a:extLst>
              <a:ext uri="{FF2B5EF4-FFF2-40B4-BE49-F238E27FC236}">
                <a16:creationId xmlns:a16="http://schemas.microsoft.com/office/drawing/2014/main" id="{C1F1F924-C1EC-4BB5-8224-376BC2BB69C9}"/>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56" name="Espace réservé du pied de page 55">
            <a:extLst>
              <a:ext uri="{FF2B5EF4-FFF2-40B4-BE49-F238E27FC236}">
                <a16:creationId xmlns:a16="http://schemas.microsoft.com/office/drawing/2014/main" id="{93166D88-98DC-449A-8C48-DD727A0D2AE6}"/>
              </a:ext>
            </a:extLst>
          </p:cNvPr>
          <p:cNvSpPr>
            <a:spLocks noGrp="1"/>
          </p:cNvSpPr>
          <p:nvPr>
            <p:ph type="ftr" sz="quarter" idx="11"/>
          </p:nvPr>
        </p:nvSpPr>
        <p:spPr>
          <a:xfrm>
            <a:off x="4038600" y="6356350"/>
            <a:ext cx="4114800" cy="365125"/>
          </a:xfrm>
        </p:spPr>
        <p:txBody>
          <a:bodyPr rtlCol="0"/>
          <a:lstStyle/>
          <a:p>
            <a:pPr rtl="0"/>
            <a:r>
              <a:rPr lang="fr-CA" dirty="0"/>
              <a:t>Plateforme échange culturel et linguistique</a:t>
            </a:r>
          </a:p>
        </p:txBody>
      </p:sp>
      <p:sp>
        <p:nvSpPr>
          <p:cNvPr id="148" name="Espace réservé du numéro de diapositive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6</a:t>
            </a:fld>
            <a:endParaRPr lang="fr-CA"/>
          </a:p>
        </p:txBody>
      </p:sp>
    </p:spTree>
    <p:extLst>
      <p:ext uri="{BB962C8B-B14F-4D97-AF65-F5344CB8AC3E}">
        <p14:creationId xmlns:p14="http://schemas.microsoft.com/office/powerpoint/2010/main" val="417218673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5031FE9-9059-4FE8-B4AC-9771F23A1B89}"/>
              </a:ext>
            </a:extLst>
          </p:cNvPr>
          <p:cNvSpPr>
            <a:spLocks noGrp="1"/>
          </p:cNvSpPr>
          <p:nvPr>
            <p:ph type="title"/>
          </p:nvPr>
        </p:nvSpPr>
        <p:spPr>
          <a:xfrm>
            <a:off x="6015158" y="237902"/>
            <a:ext cx="5669280" cy="1325563"/>
          </a:xfrm>
        </p:spPr>
        <p:txBody>
          <a:bodyPr rtlCol="0">
            <a:normAutofit/>
          </a:bodyPr>
          <a:lstStyle/>
          <a:p>
            <a:pPr rtl="0"/>
            <a:r>
              <a:rPr lang="fr-CA" dirty="0"/>
              <a:t>SOLUTIONS</a:t>
            </a:r>
          </a:p>
        </p:txBody>
      </p:sp>
      <p:sp>
        <p:nvSpPr>
          <p:cNvPr id="6" name="Espace réservé du texte 5">
            <a:extLst>
              <a:ext uri="{FF2B5EF4-FFF2-40B4-BE49-F238E27FC236}">
                <a16:creationId xmlns:a16="http://schemas.microsoft.com/office/drawing/2014/main" id="{D8E6824E-0D47-49EA-8EE0-CE2D88B71C95}"/>
              </a:ext>
            </a:extLst>
          </p:cNvPr>
          <p:cNvSpPr>
            <a:spLocks noGrp="1"/>
          </p:cNvSpPr>
          <p:nvPr>
            <p:ph type="body" sz="quarter" idx="14"/>
          </p:nvPr>
        </p:nvSpPr>
        <p:spPr>
          <a:xfrm>
            <a:off x="6042324" y="1302861"/>
            <a:ext cx="5669280" cy="365760"/>
          </a:xfrm>
        </p:spPr>
        <p:txBody>
          <a:bodyPr rtlCol="0">
            <a:noAutofit/>
          </a:bodyPr>
          <a:lstStyle/>
          <a:p>
            <a:pPr rtl="0"/>
            <a:r>
              <a:rPr lang="fr-FR" dirty="0"/>
              <a:t>C</a:t>
            </a:r>
            <a:r>
              <a:rPr lang="fr-CA" dirty="0"/>
              <a:t>HEF D’ÉQUIPE PLUS PRÉSENT</a:t>
            </a:r>
          </a:p>
        </p:txBody>
      </p:sp>
      <p:sp>
        <p:nvSpPr>
          <p:cNvPr id="3" name="Espace réservé du contenu 2">
            <a:extLst>
              <a:ext uri="{FF2B5EF4-FFF2-40B4-BE49-F238E27FC236}">
                <a16:creationId xmlns:a16="http://schemas.microsoft.com/office/drawing/2014/main" id="{D4A2EB3F-4D60-451F-8F45-7D6654D2FCD9}"/>
              </a:ext>
            </a:extLst>
          </p:cNvPr>
          <p:cNvSpPr>
            <a:spLocks noGrp="1"/>
          </p:cNvSpPr>
          <p:nvPr>
            <p:ph type="body" sz="quarter" idx="13"/>
          </p:nvPr>
        </p:nvSpPr>
        <p:spPr>
          <a:xfrm>
            <a:off x="6025170" y="1831757"/>
            <a:ext cx="5878396" cy="640080"/>
          </a:xfrm>
        </p:spPr>
        <p:txBody>
          <a:bodyPr vert="horz" lIns="91440" tIns="45720" rIns="91440" bIns="45720" rtlCol="0" anchor="t">
            <a:normAutofit/>
          </a:bodyPr>
          <a:lstStyle/>
          <a:p>
            <a:pPr rtl="0"/>
            <a:r>
              <a:rPr lang="fr-FR" dirty="0"/>
              <a:t>Notre chef s’est réveillé et nous a attribué des tâches précises afin de pouvoir travailler sur les différentes fonctionnalités plus efficacement.</a:t>
            </a:r>
            <a:endParaRPr lang="fr-CA" dirty="0"/>
          </a:p>
        </p:txBody>
      </p:sp>
      <p:sp>
        <p:nvSpPr>
          <p:cNvPr id="8" name="Espace réservé du texte 7">
            <a:extLst>
              <a:ext uri="{FF2B5EF4-FFF2-40B4-BE49-F238E27FC236}">
                <a16:creationId xmlns:a16="http://schemas.microsoft.com/office/drawing/2014/main" id="{627E3C21-87F8-4497-8569-36A5D95EC8B5}"/>
              </a:ext>
            </a:extLst>
          </p:cNvPr>
          <p:cNvSpPr>
            <a:spLocks noGrp="1"/>
          </p:cNvSpPr>
          <p:nvPr>
            <p:ph type="body" sz="quarter" idx="16"/>
          </p:nvPr>
        </p:nvSpPr>
        <p:spPr>
          <a:xfrm>
            <a:off x="6025170" y="2830967"/>
            <a:ext cx="5669280" cy="365760"/>
          </a:xfrm>
        </p:spPr>
        <p:txBody>
          <a:bodyPr rtlCol="0">
            <a:noAutofit/>
          </a:bodyPr>
          <a:lstStyle/>
          <a:p>
            <a:pPr rtl="0"/>
            <a:r>
              <a:rPr lang="fr-CA" dirty="0"/>
              <a:t>TRAVAIL D’ÉQUIPE</a:t>
            </a:r>
          </a:p>
        </p:txBody>
      </p:sp>
      <p:sp>
        <p:nvSpPr>
          <p:cNvPr id="7" name="Espace réservé du texte 6">
            <a:extLst>
              <a:ext uri="{FF2B5EF4-FFF2-40B4-BE49-F238E27FC236}">
                <a16:creationId xmlns:a16="http://schemas.microsoft.com/office/drawing/2014/main" id="{3D14621F-E216-481D-9308-97B0F79B6DAA}"/>
              </a:ext>
            </a:extLst>
          </p:cNvPr>
          <p:cNvSpPr>
            <a:spLocks noGrp="1"/>
          </p:cNvSpPr>
          <p:nvPr>
            <p:ph type="body" sz="quarter" idx="15"/>
          </p:nvPr>
        </p:nvSpPr>
        <p:spPr>
          <a:xfrm>
            <a:off x="6006020" y="3266655"/>
            <a:ext cx="5878396" cy="886968"/>
          </a:xfrm>
        </p:spPr>
        <p:txBody>
          <a:bodyPr rtlCol="0">
            <a:normAutofit/>
          </a:bodyPr>
          <a:lstStyle/>
          <a:p>
            <a:pPr rtl="0"/>
            <a:r>
              <a:rPr lang="fr-CA" dirty="0"/>
              <a:t>Plutôt que  travailler chacun de notre côté sans se consulter et de tout fusionner à la dernière minute, on a opté pour un meilleur esprit d’équipe.</a:t>
            </a:r>
          </a:p>
        </p:txBody>
      </p:sp>
      <p:sp>
        <p:nvSpPr>
          <p:cNvPr id="9" name="Espace réservé du texte 8">
            <a:extLst>
              <a:ext uri="{FF2B5EF4-FFF2-40B4-BE49-F238E27FC236}">
                <a16:creationId xmlns:a16="http://schemas.microsoft.com/office/drawing/2014/main" id="{DC230641-EC34-4C9D-AC9A-13EE61C81903}"/>
              </a:ext>
            </a:extLst>
          </p:cNvPr>
          <p:cNvSpPr>
            <a:spLocks noGrp="1"/>
          </p:cNvSpPr>
          <p:nvPr>
            <p:ph type="body" sz="quarter" idx="17"/>
          </p:nvPr>
        </p:nvSpPr>
        <p:spPr>
          <a:xfrm>
            <a:off x="6015158" y="4878514"/>
            <a:ext cx="5878396" cy="640079"/>
          </a:xfrm>
        </p:spPr>
        <p:txBody>
          <a:bodyPr rtlCol="0">
            <a:normAutofit/>
          </a:bodyPr>
          <a:lstStyle/>
          <a:p>
            <a:pPr rtl="0"/>
            <a:r>
              <a:rPr lang="fr-CA" dirty="0"/>
              <a:t>On a modifié et corrigé les éléments de l’interface afin de rendre ça plus visuellement tolérable</a:t>
            </a:r>
          </a:p>
        </p:txBody>
      </p:sp>
      <p:sp>
        <p:nvSpPr>
          <p:cNvPr id="71" name="Espace réservé de la date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5" name="Espace réservé du pied de page 4">
            <a:extLst>
              <a:ext uri="{FF2B5EF4-FFF2-40B4-BE49-F238E27FC236}">
                <a16:creationId xmlns:a16="http://schemas.microsoft.com/office/drawing/2014/main" id="{20F9FDD5-17DD-4E86-859F-12FD2CEFA8FE}"/>
              </a:ext>
            </a:extLst>
          </p:cNvPr>
          <p:cNvSpPr>
            <a:spLocks noGrp="1"/>
          </p:cNvSpPr>
          <p:nvPr>
            <p:ph type="ftr" sz="quarter" idx="11"/>
          </p:nvPr>
        </p:nvSpPr>
        <p:spPr>
          <a:xfrm>
            <a:off x="6025896" y="6356350"/>
            <a:ext cx="3017520" cy="365125"/>
          </a:xfrm>
        </p:spPr>
        <p:txBody>
          <a:bodyPr rtlCol="0"/>
          <a:lstStyle/>
          <a:p>
            <a:r>
              <a:rPr lang="fr-CA" dirty="0"/>
              <a:t>Plateforme échange culturel et linguistique</a:t>
            </a:r>
          </a:p>
        </p:txBody>
      </p:sp>
      <p:sp>
        <p:nvSpPr>
          <p:cNvPr id="46" name="Espace réservé du numéro de diapositive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fr-CA" smtClean="0"/>
              <a:pPr rtl="0"/>
              <a:t>7</a:t>
            </a:fld>
            <a:endParaRPr lang="fr-CA"/>
          </a:p>
        </p:txBody>
      </p:sp>
      <p:sp>
        <p:nvSpPr>
          <p:cNvPr id="14" name="Espace réservé du texte 11">
            <a:extLst>
              <a:ext uri="{FF2B5EF4-FFF2-40B4-BE49-F238E27FC236}">
                <a16:creationId xmlns:a16="http://schemas.microsoft.com/office/drawing/2014/main" id="{DE221908-36A9-9A8D-C1F8-9E0B948F9E67}"/>
              </a:ext>
            </a:extLst>
          </p:cNvPr>
          <p:cNvSpPr txBox="1">
            <a:spLocks/>
          </p:cNvSpPr>
          <p:nvPr/>
        </p:nvSpPr>
        <p:spPr>
          <a:xfrm>
            <a:off x="6015158" y="4513389"/>
            <a:ext cx="5669280" cy="365760"/>
          </a:xfrm>
          <a:prstGeom prst="rect">
            <a:avLst/>
          </a:prstGeom>
        </p:spPr>
        <p:txBody>
          <a:bodyPr vert="horz" lIns="91440" tIns="45720" rIns="91440" bIns="45720" rtlCol="0">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CA" dirty="0"/>
              <a:t>CORRECTION DE L’INTERFACE</a:t>
            </a:r>
          </a:p>
        </p:txBody>
      </p:sp>
    </p:spTree>
    <p:extLst>
      <p:ext uri="{BB962C8B-B14F-4D97-AF65-F5344CB8AC3E}">
        <p14:creationId xmlns:p14="http://schemas.microsoft.com/office/powerpoint/2010/main" val="17751249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7E1C88-627C-4655-A4FB-0BB02EDB078A}"/>
              </a:ext>
            </a:extLst>
          </p:cNvPr>
          <p:cNvSpPr>
            <a:spLocks noGrp="1"/>
          </p:cNvSpPr>
          <p:nvPr>
            <p:ph type="title"/>
          </p:nvPr>
        </p:nvSpPr>
        <p:spPr>
          <a:xfrm>
            <a:off x="838200" y="365125"/>
            <a:ext cx="10515600" cy="1325563"/>
          </a:xfrm>
        </p:spPr>
        <p:txBody>
          <a:bodyPr rtlCol="0">
            <a:normAutofit/>
          </a:bodyPr>
          <a:lstStyle/>
          <a:p>
            <a:pPr rtl="0"/>
            <a:r>
              <a:rPr lang="fr-CA" dirty="0"/>
              <a:t>AVANTAGES DE Notre site</a:t>
            </a:r>
          </a:p>
        </p:txBody>
      </p:sp>
      <p:pic>
        <p:nvPicPr>
          <p:cNvPr id="26" name="Espace réservé du contenu 25" descr="Structure du bâtiment">
            <a:extLst>
              <a:ext uri="{FF2B5EF4-FFF2-40B4-BE49-F238E27FC236}">
                <a16:creationId xmlns:a16="http://schemas.microsoft.com/office/drawing/2014/main" id="{78E9C609-F821-48A0-9B18-7D01C77AB3B5}"/>
              </a:ext>
            </a:extLst>
          </p:cNvPr>
          <p:cNvPicPr>
            <a:picLocks noGrp="1" noChangeAspect="1"/>
          </p:cNvPicPr>
          <p:nvPr>
            <p:ph sz="quarter" idx="13"/>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93975" y="2555081"/>
            <a:ext cx="914400" cy="914400"/>
          </a:xfrm>
        </p:spPr>
      </p:pic>
      <p:sp>
        <p:nvSpPr>
          <p:cNvPr id="22" name="Espace réservé du texte 21">
            <a:extLst>
              <a:ext uri="{FF2B5EF4-FFF2-40B4-BE49-F238E27FC236}">
                <a16:creationId xmlns:a16="http://schemas.microsoft.com/office/drawing/2014/main" id="{41C0EB39-C787-49D7-A223-0B9A01FCA197}"/>
              </a:ext>
            </a:extLst>
          </p:cNvPr>
          <p:cNvSpPr>
            <a:spLocks noGrp="1"/>
          </p:cNvSpPr>
          <p:nvPr>
            <p:ph type="body" sz="quarter" idx="21"/>
          </p:nvPr>
        </p:nvSpPr>
        <p:spPr>
          <a:xfrm>
            <a:off x="1905000" y="2170113"/>
            <a:ext cx="2284413" cy="2743200"/>
          </a:xfrm>
        </p:spPr>
        <p:txBody>
          <a:bodyPr rtlCol="0">
            <a:normAutofit/>
          </a:bodyPr>
          <a:lstStyle/>
          <a:p>
            <a:pPr rtl="0"/>
            <a:r>
              <a:rPr lang="fr-CA" dirty="0"/>
              <a:t>Permet de cohabiter sur une plateforme numérique</a:t>
            </a:r>
          </a:p>
          <a:p>
            <a:pPr rtl="0"/>
            <a:endParaRPr lang="fr-CA" noProof="1"/>
          </a:p>
        </p:txBody>
      </p:sp>
      <p:pic>
        <p:nvPicPr>
          <p:cNvPr id="28" name="Espace réservé du contenu 27" descr="Schéma du groupe">
            <a:extLst>
              <a:ext uri="{FF2B5EF4-FFF2-40B4-BE49-F238E27FC236}">
                <a16:creationId xmlns:a16="http://schemas.microsoft.com/office/drawing/2014/main" id="{25E83C3D-3E68-4FDF-A755-9E9D77FE37C4}"/>
              </a:ext>
            </a:extLst>
          </p:cNvPr>
          <p:cNvPicPr>
            <a:picLocks noGrp="1" noChangeAspect="1"/>
          </p:cNvPicPr>
          <p:nvPr>
            <p:ph sz="quarter" idx="15"/>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638800" y="2557462"/>
            <a:ext cx="914400" cy="914400"/>
          </a:xfrm>
        </p:spPr>
      </p:pic>
      <p:sp>
        <p:nvSpPr>
          <p:cNvPr id="20" name="Espace réservé du texte 19">
            <a:extLst>
              <a:ext uri="{FF2B5EF4-FFF2-40B4-BE49-F238E27FC236}">
                <a16:creationId xmlns:a16="http://schemas.microsoft.com/office/drawing/2014/main" id="{96A25842-BD20-438E-8C0B-8759A486D435}"/>
              </a:ext>
            </a:extLst>
          </p:cNvPr>
          <p:cNvSpPr>
            <a:spLocks noGrp="1"/>
          </p:cNvSpPr>
          <p:nvPr>
            <p:ph type="body" sz="quarter" idx="20"/>
          </p:nvPr>
        </p:nvSpPr>
        <p:spPr>
          <a:xfrm>
            <a:off x="4951413" y="2173288"/>
            <a:ext cx="2282825" cy="2743200"/>
          </a:xfrm>
        </p:spPr>
        <p:txBody>
          <a:bodyPr rtlCol="0">
            <a:normAutofit/>
          </a:bodyPr>
          <a:lstStyle/>
          <a:p>
            <a:pPr rtl="0"/>
            <a:r>
              <a:rPr lang="fr-CA" noProof="1"/>
              <a:t>Espace communautaire</a:t>
            </a:r>
          </a:p>
        </p:txBody>
      </p:sp>
      <p:sp>
        <p:nvSpPr>
          <p:cNvPr id="24" name="Espace réservé du texte 23">
            <a:extLst>
              <a:ext uri="{FF2B5EF4-FFF2-40B4-BE49-F238E27FC236}">
                <a16:creationId xmlns:a16="http://schemas.microsoft.com/office/drawing/2014/main" id="{E8D849D5-F4B3-46F8-8FAA-BFE11319965D}"/>
              </a:ext>
            </a:extLst>
          </p:cNvPr>
          <p:cNvSpPr>
            <a:spLocks noGrp="1"/>
          </p:cNvSpPr>
          <p:nvPr>
            <p:ph type="body" sz="quarter" idx="18"/>
          </p:nvPr>
        </p:nvSpPr>
        <p:spPr>
          <a:xfrm>
            <a:off x="8003288" y="2167999"/>
            <a:ext cx="2283712" cy="2743200"/>
          </a:xfrm>
        </p:spPr>
        <p:txBody>
          <a:bodyPr rtlCol="0"/>
          <a:lstStyle/>
          <a:p>
            <a:pPr rtl="0"/>
            <a:r>
              <a:rPr lang="fr-FR" noProof="1"/>
              <a:t>V</a:t>
            </a:r>
            <a:r>
              <a:rPr lang="fr-CA" noProof="1"/>
              <a:t>isuel intéressant, agréable et simple</a:t>
            </a:r>
          </a:p>
        </p:txBody>
      </p:sp>
      <p:pic>
        <p:nvPicPr>
          <p:cNvPr id="30" name="Espace réservé du contenu 29" descr="Main ouverte avec contour de plant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691563" y="2553494"/>
            <a:ext cx="914400" cy="914400"/>
          </a:xfrm>
        </p:spPr>
      </p:pic>
      <p:sp>
        <p:nvSpPr>
          <p:cNvPr id="3" name="Rectangle 2">
            <a:extLst>
              <a:ext uri="{FF2B5EF4-FFF2-40B4-BE49-F238E27FC236}">
                <a16:creationId xmlns:a16="http://schemas.microsoft.com/office/drawing/2014/main" id="{9F0C024C-955E-4385-A35A-F3CFF3E3B7D8}"/>
              </a:ext>
              <a:ext uri="{C183D7F6-B498-43B3-948B-1728B52AA6E4}">
                <adec:decorative xmlns:adec="http://schemas.microsoft.com/office/drawing/2017/decorative" val="1"/>
              </a:ext>
            </a:extLst>
          </p:cNvPr>
          <p:cNvSpPr/>
          <p:nvPr/>
        </p:nvSpPr>
        <p:spPr>
          <a:xfrm>
            <a:off x="1905000" y="2170279"/>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dirty="0"/>
          </a:p>
        </p:txBody>
      </p:sp>
      <p:sp>
        <p:nvSpPr>
          <p:cNvPr id="6" name="Rectangle 5">
            <a:extLst>
              <a:ext uri="{FF2B5EF4-FFF2-40B4-BE49-F238E27FC236}">
                <a16:creationId xmlns:a16="http://schemas.microsoft.com/office/drawing/2014/main" id="{3E9D3DB3-C1BA-4868-A961-5C1E6633B0F9}"/>
              </a:ext>
              <a:ext uri="{C183D7F6-B498-43B3-948B-1728B52AA6E4}">
                <adec:decorative xmlns:adec="http://schemas.microsoft.com/office/drawing/2017/decorative" val="1"/>
              </a:ext>
            </a:extLst>
          </p:cNvPr>
          <p:cNvSpPr/>
          <p:nvPr/>
        </p:nvSpPr>
        <p:spPr>
          <a:xfrm>
            <a:off x="4950734" y="2172551"/>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dirty="0"/>
          </a:p>
        </p:txBody>
      </p:sp>
      <p:sp>
        <p:nvSpPr>
          <p:cNvPr id="7" name="Rectangle 6">
            <a:extLst>
              <a:ext uri="{FF2B5EF4-FFF2-40B4-BE49-F238E27FC236}">
                <a16:creationId xmlns:a16="http://schemas.microsoft.com/office/drawing/2014/main" id="{A2A6799E-556B-499A-9E05-14516D420BE1}"/>
              </a:ext>
              <a:ext uri="{C183D7F6-B498-43B3-948B-1728B52AA6E4}">
                <adec:decorative xmlns:adec="http://schemas.microsoft.com/office/drawing/2017/decorative" val="1"/>
              </a:ext>
            </a:extLst>
          </p:cNvPr>
          <p:cNvSpPr/>
          <p:nvPr/>
        </p:nvSpPr>
        <p:spPr>
          <a:xfrm>
            <a:off x="8003288" y="2167999"/>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dirty="0"/>
          </a:p>
        </p:txBody>
      </p:sp>
      <p:sp>
        <p:nvSpPr>
          <p:cNvPr id="41" name="Rectangle 40">
            <a:extLst>
              <a:ext uri="{FF2B5EF4-FFF2-40B4-BE49-F238E27FC236}">
                <a16:creationId xmlns:a16="http://schemas.microsoft.com/office/drawing/2014/main" id="{C3CF584F-059A-40C2-93C4-77FF3B60A4B6}"/>
              </a:ext>
              <a:ext uri="{C183D7F6-B498-43B3-948B-1728B52AA6E4}">
                <adec:decorative xmlns:adec="http://schemas.microsoft.com/office/drawing/2017/decorative" val="1"/>
              </a:ext>
            </a:extLst>
          </p:cNvPr>
          <p:cNvSpPr/>
          <p:nvPr/>
        </p:nvSpPr>
        <p:spPr>
          <a:xfrm>
            <a:off x="8001002" y="2170279"/>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CA" dirty="0"/>
          </a:p>
        </p:txBody>
      </p:sp>
      <p:sp>
        <p:nvSpPr>
          <p:cNvPr id="4" name="Espace réservé de la date 3">
            <a:extLst>
              <a:ext uri="{FF2B5EF4-FFF2-40B4-BE49-F238E27FC236}">
                <a16:creationId xmlns:a16="http://schemas.microsoft.com/office/drawing/2014/main" id="{57827957-2A18-4113-A885-6BA5C784BDBD}"/>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5" name="Espace réservé du pied de page 4">
            <a:extLst>
              <a:ext uri="{FF2B5EF4-FFF2-40B4-BE49-F238E27FC236}">
                <a16:creationId xmlns:a16="http://schemas.microsoft.com/office/drawing/2014/main" id="{F539C2B3-BF73-4E56-810C-5C72D0ADD145}"/>
              </a:ext>
            </a:extLst>
          </p:cNvPr>
          <p:cNvSpPr>
            <a:spLocks noGrp="1"/>
          </p:cNvSpPr>
          <p:nvPr>
            <p:ph type="ftr" sz="quarter" idx="11"/>
          </p:nvPr>
        </p:nvSpPr>
        <p:spPr>
          <a:xfrm>
            <a:off x="4038600" y="6356350"/>
            <a:ext cx="4114800" cy="365125"/>
          </a:xfrm>
        </p:spPr>
        <p:txBody>
          <a:bodyPr rtlCol="0"/>
          <a:lstStyle/>
          <a:p>
            <a:pPr rtl="0"/>
            <a:r>
              <a:rPr lang="fr-CA" dirty="0"/>
              <a:t>Plateforme échange culturel et linguistique</a:t>
            </a:r>
          </a:p>
        </p:txBody>
      </p:sp>
      <p:sp>
        <p:nvSpPr>
          <p:cNvPr id="85" name="Espace réservé du numéro de diapositive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8</a:t>
            </a:fld>
            <a:endParaRPr lang="fr-CA" dirty="0"/>
          </a:p>
        </p:txBody>
      </p:sp>
    </p:spTree>
    <p:extLst>
      <p:ext uri="{BB962C8B-B14F-4D97-AF65-F5344CB8AC3E}">
        <p14:creationId xmlns:p14="http://schemas.microsoft.com/office/powerpoint/2010/main" val="31401795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29DE7F2-E890-4744-88DD-A75F5E300513}"/>
              </a:ext>
            </a:extLst>
          </p:cNvPr>
          <p:cNvSpPr>
            <a:spLocks noGrp="1"/>
          </p:cNvSpPr>
          <p:nvPr>
            <p:ph type="title"/>
          </p:nvPr>
        </p:nvSpPr>
        <p:spPr>
          <a:xfrm>
            <a:off x="831850" y="4672584"/>
            <a:ext cx="10515600" cy="1299411"/>
          </a:xfrm>
        </p:spPr>
        <p:txBody>
          <a:bodyPr rtlCol="0"/>
          <a:lstStyle/>
          <a:p>
            <a:pPr rtl="0"/>
            <a:r>
              <a:rPr lang="fr-CA" dirty="0"/>
              <a:t>Contribution de chacun des membres</a:t>
            </a:r>
          </a:p>
        </p:txBody>
      </p:sp>
    </p:spTree>
    <p:extLst>
      <p:ext uri="{BB962C8B-B14F-4D97-AF65-F5344CB8AC3E}">
        <p14:creationId xmlns:p14="http://schemas.microsoft.com/office/powerpoint/2010/main" val="70778917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rtlCol="0"/>
          <a:lstStyle/>
          <a:p>
            <a:pPr rtl="0"/>
            <a:r>
              <a:rPr lang="fr-CA" dirty="0"/>
              <a:t>Youssef</a:t>
            </a:r>
          </a:p>
        </p:txBody>
      </p:sp>
      <p:sp>
        <p:nvSpPr>
          <p:cNvPr id="5" name="Espace réservé du texte 4">
            <a:extLst>
              <a:ext uri="{FF2B5EF4-FFF2-40B4-BE49-F238E27FC236}">
                <a16:creationId xmlns:a16="http://schemas.microsoft.com/office/drawing/2014/main" id="{F8657664-A458-4DDD-ACC2-1D87FCD6FCA9}"/>
              </a:ext>
            </a:extLst>
          </p:cNvPr>
          <p:cNvSpPr>
            <a:spLocks noGrp="1"/>
          </p:cNvSpPr>
          <p:nvPr>
            <p:ph type="body" idx="1"/>
          </p:nvPr>
        </p:nvSpPr>
        <p:spPr>
          <a:xfrm>
            <a:off x="152399" y="1681163"/>
            <a:ext cx="3160486" cy="823912"/>
          </a:xfrm>
        </p:spPr>
        <p:txBody>
          <a:bodyPr rtlCol="0"/>
          <a:lstStyle/>
          <a:p>
            <a:pPr algn="ctr" rtl="0"/>
            <a:r>
              <a:rPr lang="fr-CA" dirty="0"/>
              <a:t>Sprint 1</a:t>
            </a:r>
          </a:p>
          <a:p>
            <a:pPr algn="ctr" rtl="0"/>
            <a:r>
              <a:rPr lang="fr-CA" dirty="0"/>
              <a:t>JAVA EE </a:t>
            </a:r>
          </a:p>
        </p:txBody>
      </p:sp>
      <p:sp>
        <p:nvSpPr>
          <p:cNvPr id="6" name="Espace réservé du contenu 5">
            <a:extLst>
              <a:ext uri="{FF2B5EF4-FFF2-40B4-BE49-F238E27FC236}">
                <a16:creationId xmlns:a16="http://schemas.microsoft.com/office/drawing/2014/main" id="{5A6B31B0-7B84-475D-961F-09C0191F91A2}"/>
              </a:ext>
            </a:extLst>
          </p:cNvPr>
          <p:cNvSpPr>
            <a:spLocks noGrp="1"/>
          </p:cNvSpPr>
          <p:nvPr>
            <p:ph sz="half" idx="2"/>
          </p:nvPr>
        </p:nvSpPr>
        <p:spPr>
          <a:xfrm>
            <a:off x="321922" y="2505075"/>
            <a:ext cx="3775755" cy="3081971"/>
          </a:xfrm>
        </p:spPr>
        <p:txBody>
          <a:bodyPr vert="horz" lIns="91440" tIns="45720" rIns="91440" bIns="45720" rtlCol="0" anchor="t">
            <a:normAutofit fontScale="85000" lnSpcReduction="10000"/>
          </a:bodyPr>
          <a:lstStyle/>
          <a:p>
            <a:pPr rtl="0"/>
            <a:endParaRPr lang="fr-CA" noProof="1"/>
          </a:p>
          <a:p>
            <a:r>
              <a:rPr lang="fr-CA" noProof="1"/>
              <a:t>DAO : Forums</a:t>
            </a:r>
          </a:p>
          <a:p>
            <a:r>
              <a:rPr lang="fr-CA" noProof="1"/>
              <a:t>Pages HTML/JSP : Accueil,Invité,Admins,Membres</a:t>
            </a:r>
          </a:p>
          <a:p>
            <a:r>
              <a:rPr lang="fr-CA" noProof="1"/>
              <a:t>Contrôleurs : Connexion,Déconnexion, Forum, Filtres (langues et intérêts),Supprimer/Ajouter forums</a:t>
            </a:r>
          </a:p>
          <a:p>
            <a:r>
              <a:rPr lang="fr-CA" noProof="1"/>
              <a:t>Ajustement de certaines classes</a:t>
            </a:r>
          </a:p>
          <a:p>
            <a:endParaRPr lang="fr-CA" noProof="1"/>
          </a:p>
          <a:p>
            <a:endParaRPr lang="fr-CA" noProof="1"/>
          </a:p>
          <a:p>
            <a:pPr rtl="0"/>
            <a:endParaRPr lang="fr-CA" noProof="1"/>
          </a:p>
        </p:txBody>
      </p:sp>
      <p:sp>
        <p:nvSpPr>
          <p:cNvPr id="7" name="Espace réservé du texte 6">
            <a:extLst>
              <a:ext uri="{FF2B5EF4-FFF2-40B4-BE49-F238E27FC236}">
                <a16:creationId xmlns:a16="http://schemas.microsoft.com/office/drawing/2014/main" id="{578017FE-712E-4E95-B483-B700F1AA4B2A}"/>
              </a:ext>
            </a:extLst>
          </p:cNvPr>
          <p:cNvSpPr>
            <a:spLocks noGrp="1"/>
          </p:cNvSpPr>
          <p:nvPr>
            <p:ph type="body" sz="quarter" idx="3"/>
          </p:nvPr>
        </p:nvSpPr>
        <p:spPr>
          <a:xfrm>
            <a:off x="4591956" y="1648100"/>
            <a:ext cx="3160486" cy="823912"/>
          </a:xfrm>
        </p:spPr>
        <p:txBody>
          <a:bodyPr rtlCol="0"/>
          <a:lstStyle/>
          <a:p>
            <a:pPr algn="ctr" rtl="0"/>
            <a:r>
              <a:rPr lang="fr-CA" dirty="0"/>
              <a:t>Sprint 2 </a:t>
            </a:r>
          </a:p>
          <a:p>
            <a:pPr algn="ctr" rtl="0"/>
            <a:r>
              <a:rPr lang="fr-CA" dirty="0"/>
              <a:t>SPRINGBOOT</a:t>
            </a:r>
          </a:p>
        </p:txBody>
      </p:sp>
      <p:sp>
        <p:nvSpPr>
          <p:cNvPr id="16" name="Espace réservé du contenu 15">
            <a:extLst>
              <a:ext uri="{FF2B5EF4-FFF2-40B4-BE49-F238E27FC236}">
                <a16:creationId xmlns:a16="http://schemas.microsoft.com/office/drawing/2014/main" id="{39C6148D-8C70-49F3-B719-E86C709BFAF9}"/>
              </a:ext>
            </a:extLst>
          </p:cNvPr>
          <p:cNvSpPr>
            <a:spLocks noGrp="1"/>
          </p:cNvSpPr>
          <p:nvPr>
            <p:ph sz="quarter" idx="4"/>
          </p:nvPr>
        </p:nvSpPr>
        <p:spPr>
          <a:xfrm>
            <a:off x="4484915" y="2505076"/>
            <a:ext cx="3775755" cy="3609974"/>
          </a:xfrm>
        </p:spPr>
        <p:txBody>
          <a:bodyPr rtlCol="0">
            <a:normAutofit fontScale="85000" lnSpcReduction="10000"/>
          </a:bodyPr>
          <a:lstStyle/>
          <a:p>
            <a:pPr rtl="0"/>
            <a:r>
              <a:rPr lang="fr-CA" noProof="1"/>
              <a:t>Repository : Forums, Utilisateurs et ajustement des autres repositories(excepté ami et forums)</a:t>
            </a:r>
          </a:p>
          <a:p>
            <a:pPr rtl="0"/>
            <a:r>
              <a:rPr lang="fr-CA" noProof="1"/>
              <a:t>Entité: Utilisateur, Rôles</a:t>
            </a:r>
          </a:p>
          <a:p>
            <a:pPr rtl="0"/>
            <a:r>
              <a:rPr lang="fr-CA" noProof="1"/>
              <a:t>Services : Forums et Utilisateur, Rôles</a:t>
            </a:r>
          </a:p>
          <a:p>
            <a:r>
              <a:rPr lang="fr-CA" noProof="1"/>
              <a:t>Thymeleaf : Page Bienvenue,Accueil(s), Ajouter Forum(s),Connexion/Déconnexion,Correction de la page Admin et Profil(modifier et créer)</a:t>
            </a:r>
          </a:p>
          <a:p>
            <a:r>
              <a:rPr lang="fr-CA" noProof="1"/>
              <a:t>Contrôleurs:Utilisateur, Administrateur et forums</a:t>
            </a:r>
          </a:p>
          <a:p>
            <a:pPr rtl="0"/>
            <a:endParaRPr lang="fr-CA" dirty="0"/>
          </a:p>
        </p:txBody>
      </p:sp>
      <p:sp>
        <p:nvSpPr>
          <p:cNvPr id="2" name="Espace réservé de la date 1">
            <a:extLst>
              <a:ext uri="{FF2B5EF4-FFF2-40B4-BE49-F238E27FC236}">
                <a16:creationId xmlns:a16="http://schemas.microsoft.com/office/drawing/2014/main" id="{34A7F91F-F80F-48F2-952B-1A28BE488E53}"/>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3" name="Espace réservé du pied de page 2">
            <a:extLst>
              <a:ext uri="{FF2B5EF4-FFF2-40B4-BE49-F238E27FC236}">
                <a16:creationId xmlns:a16="http://schemas.microsoft.com/office/drawing/2014/main" id="{1C02236B-A6B0-4EAA-85D3-7D72C9904E74}"/>
              </a:ext>
            </a:extLst>
          </p:cNvPr>
          <p:cNvSpPr>
            <a:spLocks noGrp="1"/>
          </p:cNvSpPr>
          <p:nvPr>
            <p:ph type="ftr" sz="quarter" idx="11"/>
          </p:nvPr>
        </p:nvSpPr>
        <p:spPr>
          <a:xfrm>
            <a:off x="4038600" y="6356350"/>
            <a:ext cx="4114800" cy="365125"/>
          </a:xfrm>
        </p:spPr>
        <p:txBody>
          <a:bodyPr rtlCol="0"/>
          <a:lstStyle/>
          <a:p>
            <a:pPr rtl="0"/>
            <a:r>
              <a:rPr lang="fr-FR" dirty="0"/>
              <a:t>Plateforme échange culturel et linguistique</a:t>
            </a:r>
            <a:endParaRPr lang="fr-CA" dirty="0"/>
          </a:p>
        </p:txBody>
      </p:sp>
      <p:sp>
        <p:nvSpPr>
          <p:cNvPr id="38" name="Espace réservé du numéro de diapositive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10</a:t>
            </a:fld>
            <a:endParaRPr lang="fr-CA" dirty="0"/>
          </a:p>
        </p:txBody>
      </p:sp>
      <p:sp>
        <p:nvSpPr>
          <p:cNvPr id="8" name="Espace réservé du texte 6">
            <a:extLst>
              <a:ext uri="{FF2B5EF4-FFF2-40B4-BE49-F238E27FC236}">
                <a16:creationId xmlns:a16="http://schemas.microsoft.com/office/drawing/2014/main" id="{587B1623-498E-67AC-E647-28C66DFEF4F1}"/>
              </a:ext>
            </a:extLst>
          </p:cNvPr>
          <p:cNvSpPr txBox="1">
            <a:spLocks/>
          </p:cNvSpPr>
          <p:nvPr/>
        </p:nvSpPr>
        <p:spPr>
          <a:xfrm>
            <a:off x="8523286" y="1690688"/>
            <a:ext cx="3160486" cy="823912"/>
          </a:xfrm>
          <a:prstGeom prst="rect">
            <a:avLst/>
          </a:prstGeom>
        </p:spPr>
        <p:txBody>
          <a:bodyPr vert="horz" lIns="91440" tIns="45720" rIns="91440" bIns="45720" rtlCol="0" anchor="ctr" anchorCtr="0">
            <a:normAutofit/>
          </a:bodyPr>
          <a:lstStyle>
            <a:lvl1pPr marL="0" indent="0" algn="l" defTabSz="914400" rtl="0" eaLnBrk="1" latinLnBrk="0" hangingPunct="1">
              <a:lnSpc>
                <a:spcPct val="90000"/>
              </a:lnSpc>
              <a:spcBef>
                <a:spcPts val="1000"/>
              </a:spcBef>
              <a:buFont typeface="Arial" panose="020B0604020202020204" pitchFamily="34" charset="0"/>
              <a:buNone/>
              <a:defRPr sz="1800" b="0" kern="1200">
                <a:solidFill>
                  <a:schemeClr val="bg1">
                    <a:lumMod val="50000"/>
                  </a:schemeClr>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algn="ctr"/>
            <a:r>
              <a:rPr lang="fr-CA" dirty="0"/>
              <a:t>Sprint  3</a:t>
            </a:r>
          </a:p>
          <a:p>
            <a:pPr algn="ctr"/>
            <a:r>
              <a:rPr lang="fr-CA" dirty="0"/>
              <a:t>ANGULAR</a:t>
            </a:r>
          </a:p>
        </p:txBody>
      </p:sp>
      <p:sp>
        <p:nvSpPr>
          <p:cNvPr id="9" name="Espace réservé du contenu 15">
            <a:extLst>
              <a:ext uri="{FF2B5EF4-FFF2-40B4-BE49-F238E27FC236}">
                <a16:creationId xmlns:a16="http://schemas.microsoft.com/office/drawing/2014/main" id="{2E4FD496-26C3-18A6-14E6-A05656ABD2B9}"/>
              </a:ext>
            </a:extLst>
          </p:cNvPr>
          <p:cNvSpPr txBox="1">
            <a:spLocks/>
          </p:cNvSpPr>
          <p:nvPr/>
        </p:nvSpPr>
        <p:spPr>
          <a:xfrm>
            <a:off x="8416245" y="2547664"/>
            <a:ext cx="3775755" cy="3086554"/>
          </a:xfrm>
          <a:prstGeom prst="rect">
            <a:avLst/>
          </a:prstGeom>
        </p:spPr>
        <p:txBody>
          <a:bodyPr vert="horz" lIns="91440" tIns="45720" rIns="91440" bIns="45720" rtlCol="0">
            <a:normAutofit/>
          </a:bodyPr>
          <a:lstStyle>
            <a:lvl1pPr marL="2857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1pPr>
            <a:lvl2pPr marL="7429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2pPr>
            <a:lvl3pPr marL="12001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3pPr>
            <a:lvl4pPr marL="16573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4pPr>
            <a:lvl5pPr marL="21145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0"/>
            <a:endParaRPr lang="fr-CA" noProof="1"/>
          </a:p>
          <a:p>
            <a:pPr rtl="0"/>
            <a:r>
              <a:rPr lang="fr-CA" noProof="1"/>
              <a:t>Services : E-mail</a:t>
            </a:r>
          </a:p>
          <a:p>
            <a:pPr rtl="0"/>
            <a:r>
              <a:rPr lang="fr-CA" noProof="1"/>
              <a:t>Afficher les forums et page d’accueil (Angular)</a:t>
            </a:r>
          </a:p>
          <a:p>
            <a:endParaRPr lang="fr-CA" dirty="0"/>
          </a:p>
        </p:txBody>
      </p:sp>
    </p:spTree>
    <p:extLst>
      <p:ext uri="{BB962C8B-B14F-4D97-AF65-F5344CB8AC3E}">
        <p14:creationId xmlns:p14="http://schemas.microsoft.com/office/powerpoint/2010/main" val="415169450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rtlCol="0"/>
          <a:lstStyle/>
          <a:p>
            <a:pPr rtl="0"/>
            <a:r>
              <a:rPr lang="fr-CA" dirty="0"/>
              <a:t>RAFAEL</a:t>
            </a:r>
          </a:p>
        </p:txBody>
      </p:sp>
      <p:sp>
        <p:nvSpPr>
          <p:cNvPr id="5" name="Espace réservé du texte 4">
            <a:extLst>
              <a:ext uri="{FF2B5EF4-FFF2-40B4-BE49-F238E27FC236}">
                <a16:creationId xmlns:a16="http://schemas.microsoft.com/office/drawing/2014/main" id="{F8657664-A458-4DDD-ACC2-1D87FCD6FCA9}"/>
              </a:ext>
            </a:extLst>
          </p:cNvPr>
          <p:cNvSpPr>
            <a:spLocks noGrp="1"/>
          </p:cNvSpPr>
          <p:nvPr>
            <p:ph type="body" idx="1"/>
          </p:nvPr>
        </p:nvSpPr>
        <p:spPr>
          <a:xfrm>
            <a:off x="152399" y="1681163"/>
            <a:ext cx="3160486" cy="823912"/>
          </a:xfrm>
        </p:spPr>
        <p:txBody>
          <a:bodyPr rtlCol="0">
            <a:normAutofit/>
          </a:bodyPr>
          <a:lstStyle/>
          <a:p>
            <a:pPr algn="ctr" rtl="0"/>
            <a:r>
              <a:rPr lang="fr-CA" dirty="0"/>
              <a:t>Sprint 1</a:t>
            </a:r>
          </a:p>
          <a:p>
            <a:pPr algn="ctr" rtl="0"/>
            <a:r>
              <a:rPr lang="fr-CA" dirty="0"/>
              <a:t>JAVA EE </a:t>
            </a:r>
          </a:p>
        </p:txBody>
      </p:sp>
      <p:sp>
        <p:nvSpPr>
          <p:cNvPr id="6" name="Espace réservé du contenu 5">
            <a:extLst>
              <a:ext uri="{FF2B5EF4-FFF2-40B4-BE49-F238E27FC236}">
                <a16:creationId xmlns:a16="http://schemas.microsoft.com/office/drawing/2014/main" id="{5A6B31B0-7B84-475D-961F-09C0191F91A2}"/>
              </a:ext>
            </a:extLst>
          </p:cNvPr>
          <p:cNvSpPr>
            <a:spLocks noGrp="1"/>
          </p:cNvSpPr>
          <p:nvPr>
            <p:ph sz="half" idx="2"/>
          </p:nvPr>
        </p:nvSpPr>
        <p:spPr>
          <a:xfrm>
            <a:off x="321922" y="2505075"/>
            <a:ext cx="3775755" cy="3081971"/>
          </a:xfrm>
        </p:spPr>
        <p:txBody>
          <a:bodyPr vert="horz" lIns="91440" tIns="45720" rIns="91440" bIns="45720" rtlCol="0" anchor="t">
            <a:normAutofit/>
          </a:bodyPr>
          <a:lstStyle/>
          <a:p>
            <a:pPr rtl="0"/>
            <a:r>
              <a:rPr lang="fr-CA" noProof="1"/>
              <a:t>Classes : Utilisateur, Administrateur</a:t>
            </a:r>
          </a:p>
          <a:p>
            <a:pPr rtl="0"/>
            <a:r>
              <a:rPr lang="fr-CA" noProof="1"/>
              <a:t>DAO : Administrateur</a:t>
            </a:r>
          </a:p>
          <a:p>
            <a:r>
              <a:rPr lang="fr-CA" noProof="1"/>
              <a:t>Contrôleurs : Administrateur</a:t>
            </a:r>
          </a:p>
          <a:p>
            <a:pPr rtl="0"/>
            <a:endParaRPr lang="fr-CA" noProof="1"/>
          </a:p>
        </p:txBody>
      </p:sp>
      <p:sp>
        <p:nvSpPr>
          <p:cNvPr id="7" name="Espace réservé du texte 6">
            <a:extLst>
              <a:ext uri="{FF2B5EF4-FFF2-40B4-BE49-F238E27FC236}">
                <a16:creationId xmlns:a16="http://schemas.microsoft.com/office/drawing/2014/main" id="{578017FE-712E-4E95-B483-B700F1AA4B2A}"/>
              </a:ext>
            </a:extLst>
          </p:cNvPr>
          <p:cNvSpPr>
            <a:spLocks noGrp="1"/>
          </p:cNvSpPr>
          <p:nvPr>
            <p:ph type="body" sz="quarter" idx="3"/>
          </p:nvPr>
        </p:nvSpPr>
        <p:spPr>
          <a:xfrm>
            <a:off x="4591956" y="1648100"/>
            <a:ext cx="3160486" cy="823912"/>
          </a:xfrm>
        </p:spPr>
        <p:txBody>
          <a:bodyPr rtlCol="0">
            <a:normAutofit/>
          </a:bodyPr>
          <a:lstStyle/>
          <a:p>
            <a:pPr algn="ctr" rtl="0"/>
            <a:r>
              <a:rPr lang="fr-CA" dirty="0"/>
              <a:t>Sprint 2</a:t>
            </a:r>
          </a:p>
          <a:p>
            <a:pPr algn="ctr" rtl="0"/>
            <a:r>
              <a:rPr lang="fr-CA" dirty="0"/>
              <a:t> SPRINGBOOT</a:t>
            </a:r>
          </a:p>
        </p:txBody>
      </p:sp>
      <p:sp>
        <p:nvSpPr>
          <p:cNvPr id="16" name="Espace réservé du contenu 15">
            <a:extLst>
              <a:ext uri="{FF2B5EF4-FFF2-40B4-BE49-F238E27FC236}">
                <a16:creationId xmlns:a16="http://schemas.microsoft.com/office/drawing/2014/main" id="{39C6148D-8C70-49F3-B719-E86C709BFAF9}"/>
              </a:ext>
            </a:extLst>
          </p:cNvPr>
          <p:cNvSpPr>
            <a:spLocks noGrp="1"/>
          </p:cNvSpPr>
          <p:nvPr>
            <p:ph sz="quarter" idx="4"/>
          </p:nvPr>
        </p:nvSpPr>
        <p:spPr>
          <a:xfrm>
            <a:off x="4484915" y="2505076"/>
            <a:ext cx="3775755" cy="3086554"/>
          </a:xfrm>
        </p:spPr>
        <p:txBody>
          <a:bodyPr rtlCol="0"/>
          <a:lstStyle/>
          <a:p>
            <a:pPr rtl="0"/>
            <a:r>
              <a:rPr lang="fr-CA" noProof="1"/>
              <a:t>Entités : Administrateur</a:t>
            </a:r>
          </a:p>
          <a:p>
            <a:pPr rtl="0"/>
            <a:r>
              <a:rPr lang="fr-CA" noProof="1"/>
              <a:t>Service : Administrateur,Utilisateur</a:t>
            </a:r>
          </a:p>
          <a:p>
            <a:pPr rtl="0"/>
            <a:r>
              <a:rPr lang="fr-CA" noProof="1"/>
              <a:t>Contrôleur : Administrateur</a:t>
            </a:r>
          </a:p>
          <a:p>
            <a:pPr rtl="0"/>
            <a:r>
              <a:rPr lang="fr-CA" noProof="1"/>
              <a:t>Thymeleaf : Page Administrateur, Gestion des utilisateurs </a:t>
            </a:r>
          </a:p>
          <a:p>
            <a:r>
              <a:rPr lang="fr-CA" noProof="1"/>
              <a:t>Repository : Utilisateur </a:t>
            </a:r>
          </a:p>
          <a:p>
            <a:pPr rtl="0"/>
            <a:endParaRPr lang="fr-CA" dirty="0"/>
          </a:p>
        </p:txBody>
      </p:sp>
      <p:sp>
        <p:nvSpPr>
          <p:cNvPr id="2" name="Espace réservé de la date 1">
            <a:extLst>
              <a:ext uri="{FF2B5EF4-FFF2-40B4-BE49-F238E27FC236}">
                <a16:creationId xmlns:a16="http://schemas.microsoft.com/office/drawing/2014/main" id="{34A7F91F-F80F-48F2-952B-1A28BE488E53}"/>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3" name="Espace réservé du pied de page 2">
            <a:extLst>
              <a:ext uri="{FF2B5EF4-FFF2-40B4-BE49-F238E27FC236}">
                <a16:creationId xmlns:a16="http://schemas.microsoft.com/office/drawing/2014/main" id="{1C02236B-A6B0-4EAA-85D3-7D72C9904E74}"/>
              </a:ext>
            </a:extLst>
          </p:cNvPr>
          <p:cNvSpPr>
            <a:spLocks noGrp="1"/>
          </p:cNvSpPr>
          <p:nvPr>
            <p:ph type="ftr" sz="quarter" idx="11"/>
          </p:nvPr>
        </p:nvSpPr>
        <p:spPr>
          <a:xfrm>
            <a:off x="4038600" y="6356350"/>
            <a:ext cx="4114800" cy="365125"/>
          </a:xfrm>
        </p:spPr>
        <p:txBody>
          <a:bodyPr rtlCol="0"/>
          <a:lstStyle/>
          <a:p>
            <a:pPr rtl="0"/>
            <a:r>
              <a:rPr lang="fr-FR" dirty="0"/>
              <a:t>Plateforme échange culturel et linguistique</a:t>
            </a:r>
            <a:endParaRPr lang="fr-CA" dirty="0"/>
          </a:p>
        </p:txBody>
      </p:sp>
      <p:sp>
        <p:nvSpPr>
          <p:cNvPr id="38" name="Espace réservé du numéro de diapositive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11</a:t>
            </a:fld>
            <a:endParaRPr lang="fr-CA" dirty="0"/>
          </a:p>
        </p:txBody>
      </p:sp>
      <p:sp>
        <p:nvSpPr>
          <p:cNvPr id="8" name="Espace réservé du texte 6">
            <a:extLst>
              <a:ext uri="{FF2B5EF4-FFF2-40B4-BE49-F238E27FC236}">
                <a16:creationId xmlns:a16="http://schemas.microsoft.com/office/drawing/2014/main" id="{587B1623-498E-67AC-E647-28C66DFEF4F1}"/>
              </a:ext>
            </a:extLst>
          </p:cNvPr>
          <p:cNvSpPr txBox="1">
            <a:spLocks/>
          </p:cNvSpPr>
          <p:nvPr/>
        </p:nvSpPr>
        <p:spPr>
          <a:xfrm>
            <a:off x="8523286" y="1690688"/>
            <a:ext cx="3160486" cy="823912"/>
          </a:xfrm>
          <a:prstGeom prst="rect">
            <a:avLst/>
          </a:prstGeom>
        </p:spPr>
        <p:txBody>
          <a:bodyPr vert="horz" lIns="91440" tIns="45720" rIns="91440" bIns="45720" rtlCol="0" anchor="ctr" anchorCtr="0">
            <a:normAutofit/>
          </a:bodyPr>
          <a:lstStyle>
            <a:lvl1pPr marL="0" indent="0" algn="l" defTabSz="914400" rtl="0" eaLnBrk="1" latinLnBrk="0" hangingPunct="1">
              <a:lnSpc>
                <a:spcPct val="90000"/>
              </a:lnSpc>
              <a:spcBef>
                <a:spcPts val="1000"/>
              </a:spcBef>
              <a:buFont typeface="Arial" panose="020B0604020202020204" pitchFamily="34" charset="0"/>
              <a:buNone/>
              <a:defRPr sz="1800" b="0" kern="1200">
                <a:solidFill>
                  <a:schemeClr val="bg1">
                    <a:lumMod val="50000"/>
                  </a:schemeClr>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algn="ctr"/>
            <a:r>
              <a:rPr lang="fr-CA" dirty="0"/>
              <a:t>Sprint  3</a:t>
            </a:r>
          </a:p>
          <a:p>
            <a:pPr algn="ctr"/>
            <a:r>
              <a:rPr lang="fr-CA" dirty="0"/>
              <a:t>ANGULAR</a:t>
            </a:r>
          </a:p>
        </p:txBody>
      </p:sp>
      <p:sp>
        <p:nvSpPr>
          <p:cNvPr id="9" name="Espace réservé du contenu 15">
            <a:extLst>
              <a:ext uri="{FF2B5EF4-FFF2-40B4-BE49-F238E27FC236}">
                <a16:creationId xmlns:a16="http://schemas.microsoft.com/office/drawing/2014/main" id="{2E4FD496-26C3-18A6-14E6-A05656ABD2B9}"/>
              </a:ext>
            </a:extLst>
          </p:cNvPr>
          <p:cNvSpPr txBox="1">
            <a:spLocks/>
          </p:cNvSpPr>
          <p:nvPr/>
        </p:nvSpPr>
        <p:spPr>
          <a:xfrm>
            <a:off x="8416245" y="2547664"/>
            <a:ext cx="3775755" cy="3086554"/>
          </a:xfrm>
          <a:prstGeom prst="rect">
            <a:avLst/>
          </a:prstGeom>
        </p:spPr>
        <p:txBody>
          <a:bodyPr vert="horz" lIns="91440" tIns="45720" rIns="91440" bIns="45720" rtlCol="0">
            <a:normAutofit/>
          </a:bodyPr>
          <a:lstStyle>
            <a:lvl1pPr marL="2857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1pPr>
            <a:lvl2pPr marL="7429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2pPr>
            <a:lvl3pPr marL="12001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3pPr>
            <a:lvl4pPr marL="16573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4pPr>
            <a:lvl5pPr marL="21145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0"/>
            <a:r>
              <a:rPr lang="fr-CA" noProof="1"/>
              <a:t>Afficher les forums (avec angular)</a:t>
            </a:r>
            <a:endParaRPr lang="fr-CA" dirty="0"/>
          </a:p>
        </p:txBody>
      </p:sp>
    </p:spTree>
    <p:extLst>
      <p:ext uri="{BB962C8B-B14F-4D97-AF65-F5344CB8AC3E}">
        <p14:creationId xmlns:p14="http://schemas.microsoft.com/office/powerpoint/2010/main" val="399988801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rtlCol="0"/>
          <a:lstStyle/>
          <a:p>
            <a:pPr rtl="0"/>
            <a:r>
              <a:rPr lang="fr-CA" dirty="0"/>
              <a:t>DAVE</a:t>
            </a:r>
          </a:p>
        </p:txBody>
      </p:sp>
      <p:sp>
        <p:nvSpPr>
          <p:cNvPr id="5" name="Espace réservé du texte 4">
            <a:extLst>
              <a:ext uri="{FF2B5EF4-FFF2-40B4-BE49-F238E27FC236}">
                <a16:creationId xmlns:a16="http://schemas.microsoft.com/office/drawing/2014/main" id="{F8657664-A458-4DDD-ACC2-1D87FCD6FCA9}"/>
              </a:ext>
            </a:extLst>
          </p:cNvPr>
          <p:cNvSpPr>
            <a:spLocks noGrp="1"/>
          </p:cNvSpPr>
          <p:nvPr>
            <p:ph type="body" idx="1"/>
          </p:nvPr>
        </p:nvSpPr>
        <p:spPr>
          <a:xfrm>
            <a:off x="152399" y="1681163"/>
            <a:ext cx="3160486" cy="823912"/>
          </a:xfrm>
        </p:spPr>
        <p:txBody>
          <a:bodyPr rtlCol="0"/>
          <a:lstStyle/>
          <a:p>
            <a:pPr algn="ctr" rtl="0"/>
            <a:r>
              <a:rPr lang="fr-CA" dirty="0"/>
              <a:t>Sprint 1</a:t>
            </a:r>
          </a:p>
          <a:p>
            <a:pPr algn="ctr" rtl="0"/>
            <a:r>
              <a:rPr lang="fr-CA" dirty="0"/>
              <a:t>JAVA EE </a:t>
            </a:r>
          </a:p>
        </p:txBody>
      </p:sp>
      <p:sp>
        <p:nvSpPr>
          <p:cNvPr id="6" name="Espace réservé du contenu 5">
            <a:extLst>
              <a:ext uri="{FF2B5EF4-FFF2-40B4-BE49-F238E27FC236}">
                <a16:creationId xmlns:a16="http://schemas.microsoft.com/office/drawing/2014/main" id="{5A6B31B0-7B84-475D-961F-09C0191F91A2}"/>
              </a:ext>
            </a:extLst>
          </p:cNvPr>
          <p:cNvSpPr>
            <a:spLocks noGrp="1"/>
          </p:cNvSpPr>
          <p:nvPr>
            <p:ph sz="half" idx="2"/>
          </p:nvPr>
        </p:nvSpPr>
        <p:spPr>
          <a:xfrm>
            <a:off x="321922" y="2505075"/>
            <a:ext cx="3775755" cy="3081971"/>
          </a:xfrm>
        </p:spPr>
        <p:txBody>
          <a:bodyPr vert="horz" lIns="91440" tIns="45720" rIns="91440" bIns="45720" rtlCol="0" anchor="t">
            <a:normAutofit fontScale="92500"/>
          </a:bodyPr>
          <a:lstStyle/>
          <a:p>
            <a:pPr rtl="0"/>
            <a:r>
              <a:rPr lang="fr-CA" noProof="1"/>
              <a:t>DAO :  Utilisateur</a:t>
            </a:r>
          </a:p>
          <a:p>
            <a:r>
              <a:rPr lang="fr-CA" noProof="1"/>
              <a:t>Création et gestion de la base de données</a:t>
            </a:r>
          </a:p>
          <a:p>
            <a:r>
              <a:rPr lang="fr-CA" noProof="1"/>
              <a:t>Pages HTML/JSP profil utilisateurs, Admin et inscription</a:t>
            </a:r>
          </a:p>
          <a:p>
            <a:r>
              <a:rPr lang="fr-CA" noProof="1"/>
              <a:t>Contrôleurs : Afficher profile, Modification</a:t>
            </a:r>
          </a:p>
          <a:p>
            <a:r>
              <a:rPr lang="fr-CA" noProof="1"/>
              <a:t>Services : Utilisateur </a:t>
            </a:r>
          </a:p>
          <a:p>
            <a:r>
              <a:rPr lang="fr-CA" noProof="1"/>
              <a:t>Classes : Utilisateur</a:t>
            </a:r>
          </a:p>
          <a:p>
            <a:endParaRPr lang="fr-CA" noProof="1"/>
          </a:p>
          <a:p>
            <a:endParaRPr lang="fr-CA" noProof="1"/>
          </a:p>
          <a:p>
            <a:pPr rtl="0"/>
            <a:endParaRPr lang="fr-CA" noProof="1"/>
          </a:p>
        </p:txBody>
      </p:sp>
      <p:sp>
        <p:nvSpPr>
          <p:cNvPr id="7" name="Espace réservé du texte 6">
            <a:extLst>
              <a:ext uri="{FF2B5EF4-FFF2-40B4-BE49-F238E27FC236}">
                <a16:creationId xmlns:a16="http://schemas.microsoft.com/office/drawing/2014/main" id="{578017FE-712E-4E95-B483-B700F1AA4B2A}"/>
              </a:ext>
            </a:extLst>
          </p:cNvPr>
          <p:cNvSpPr>
            <a:spLocks noGrp="1"/>
          </p:cNvSpPr>
          <p:nvPr>
            <p:ph type="body" sz="quarter" idx="3"/>
          </p:nvPr>
        </p:nvSpPr>
        <p:spPr>
          <a:xfrm>
            <a:off x="4591956" y="1648100"/>
            <a:ext cx="3160486" cy="823912"/>
          </a:xfrm>
        </p:spPr>
        <p:txBody>
          <a:bodyPr rtlCol="0"/>
          <a:lstStyle/>
          <a:p>
            <a:pPr algn="ctr" rtl="0"/>
            <a:r>
              <a:rPr lang="fr-CA" dirty="0"/>
              <a:t>Sprint 2 </a:t>
            </a:r>
          </a:p>
          <a:p>
            <a:pPr algn="ctr" rtl="0"/>
            <a:r>
              <a:rPr lang="fr-CA" dirty="0"/>
              <a:t>SPRINGBOOT</a:t>
            </a:r>
          </a:p>
        </p:txBody>
      </p:sp>
      <p:sp>
        <p:nvSpPr>
          <p:cNvPr id="16" name="Espace réservé du contenu 15">
            <a:extLst>
              <a:ext uri="{FF2B5EF4-FFF2-40B4-BE49-F238E27FC236}">
                <a16:creationId xmlns:a16="http://schemas.microsoft.com/office/drawing/2014/main" id="{39C6148D-8C70-49F3-B719-E86C709BFAF9}"/>
              </a:ext>
            </a:extLst>
          </p:cNvPr>
          <p:cNvSpPr>
            <a:spLocks noGrp="1"/>
          </p:cNvSpPr>
          <p:nvPr>
            <p:ph sz="quarter" idx="4"/>
          </p:nvPr>
        </p:nvSpPr>
        <p:spPr>
          <a:xfrm>
            <a:off x="4484915" y="2505076"/>
            <a:ext cx="3775755" cy="3086554"/>
          </a:xfrm>
        </p:spPr>
        <p:txBody>
          <a:bodyPr rtlCol="0">
            <a:normAutofit fontScale="92500"/>
          </a:bodyPr>
          <a:lstStyle/>
          <a:p>
            <a:pPr rtl="0"/>
            <a:r>
              <a:rPr lang="fr-CA" noProof="1"/>
              <a:t>Entités : Ami</a:t>
            </a:r>
          </a:p>
          <a:p>
            <a:pPr rtl="0"/>
            <a:r>
              <a:rPr lang="fr-CA" noProof="1"/>
              <a:t>Repository : Ami et Utilisateur</a:t>
            </a:r>
          </a:p>
          <a:p>
            <a:r>
              <a:rPr lang="fr-CA" noProof="1"/>
              <a:t>Contrôleurs : Ami , Favoris</a:t>
            </a:r>
          </a:p>
          <a:p>
            <a:r>
              <a:rPr lang="fr-CA" noProof="1"/>
              <a:t>Services : Ami, </a:t>
            </a:r>
          </a:p>
          <a:p>
            <a:r>
              <a:rPr lang="fr-CA" noProof="1"/>
              <a:t>Thymeleaf : Ajouter,Rechercher, Supprimer Ami, Gestion des favoris</a:t>
            </a:r>
          </a:p>
          <a:p>
            <a:pPr rtl="0"/>
            <a:endParaRPr lang="fr-CA" dirty="0"/>
          </a:p>
        </p:txBody>
      </p:sp>
      <p:sp>
        <p:nvSpPr>
          <p:cNvPr id="2" name="Espace réservé de la date 1">
            <a:extLst>
              <a:ext uri="{FF2B5EF4-FFF2-40B4-BE49-F238E27FC236}">
                <a16:creationId xmlns:a16="http://schemas.microsoft.com/office/drawing/2014/main" id="{34A7F91F-F80F-48F2-952B-1A28BE488E53}"/>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3" name="Espace réservé du pied de page 2">
            <a:extLst>
              <a:ext uri="{FF2B5EF4-FFF2-40B4-BE49-F238E27FC236}">
                <a16:creationId xmlns:a16="http://schemas.microsoft.com/office/drawing/2014/main" id="{1C02236B-A6B0-4EAA-85D3-7D72C9904E74}"/>
              </a:ext>
            </a:extLst>
          </p:cNvPr>
          <p:cNvSpPr>
            <a:spLocks noGrp="1"/>
          </p:cNvSpPr>
          <p:nvPr>
            <p:ph type="ftr" sz="quarter" idx="11"/>
          </p:nvPr>
        </p:nvSpPr>
        <p:spPr>
          <a:xfrm>
            <a:off x="4038600" y="6356350"/>
            <a:ext cx="4114800" cy="365125"/>
          </a:xfrm>
        </p:spPr>
        <p:txBody>
          <a:bodyPr rtlCol="0"/>
          <a:lstStyle/>
          <a:p>
            <a:pPr rtl="0"/>
            <a:r>
              <a:rPr lang="fr-FR" dirty="0"/>
              <a:t>Plateforme échange culturel et linguistique</a:t>
            </a:r>
            <a:endParaRPr lang="fr-CA" dirty="0"/>
          </a:p>
        </p:txBody>
      </p:sp>
      <p:sp>
        <p:nvSpPr>
          <p:cNvPr id="38" name="Espace réservé du numéro de diapositive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12</a:t>
            </a:fld>
            <a:endParaRPr lang="fr-CA" dirty="0"/>
          </a:p>
        </p:txBody>
      </p:sp>
      <p:sp>
        <p:nvSpPr>
          <p:cNvPr id="8" name="Espace réservé du texte 6">
            <a:extLst>
              <a:ext uri="{FF2B5EF4-FFF2-40B4-BE49-F238E27FC236}">
                <a16:creationId xmlns:a16="http://schemas.microsoft.com/office/drawing/2014/main" id="{587B1623-498E-67AC-E647-28C66DFEF4F1}"/>
              </a:ext>
            </a:extLst>
          </p:cNvPr>
          <p:cNvSpPr txBox="1">
            <a:spLocks/>
          </p:cNvSpPr>
          <p:nvPr/>
        </p:nvSpPr>
        <p:spPr>
          <a:xfrm>
            <a:off x="8523286" y="1690688"/>
            <a:ext cx="3160486" cy="823912"/>
          </a:xfrm>
          <a:prstGeom prst="rect">
            <a:avLst/>
          </a:prstGeom>
        </p:spPr>
        <p:txBody>
          <a:bodyPr vert="horz" lIns="91440" tIns="45720" rIns="91440" bIns="45720" rtlCol="0" anchor="ctr" anchorCtr="0">
            <a:normAutofit/>
          </a:bodyPr>
          <a:lstStyle>
            <a:lvl1pPr marL="0" indent="0" algn="l" defTabSz="914400" rtl="0" eaLnBrk="1" latinLnBrk="0" hangingPunct="1">
              <a:lnSpc>
                <a:spcPct val="90000"/>
              </a:lnSpc>
              <a:spcBef>
                <a:spcPts val="1000"/>
              </a:spcBef>
              <a:buFont typeface="Arial" panose="020B0604020202020204" pitchFamily="34" charset="0"/>
              <a:buNone/>
              <a:defRPr sz="1800" b="0" kern="1200">
                <a:solidFill>
                  <a:schemeClr val="bg1">
                    <a:lumMod val="50000"/>
                  </a:schemeClr>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algn="ctr"/>
            <a:r>
              <a:rPr lang="fr-CA" dirty="0"/>
              <a:t>Sprint  3</a:t>
            </a:r>
          </a:p>
        </p:txBody>
      </p:sp>
      <p:sp>
        <p:nvSpPr>
          <p:cNvPr id="9" name="Espace réservé du contenu 15">
            <a:extLst>
              <a:ext uri="{FF2B5EF4-FFF2-40B4-BE49-F238E27FC236}">
                <a16:creationId xmlns:a16="http://schemas.microsoft.com/office/drawing/2014/main" id="{2E4FD496-26C3-18A6-14E6-A05656ABD2B9}"/>
              </a:ext>
            </a:extLst>
          </p:cNvPr>
          <p:cNvSpPr txBox="1">
            <a:spLocks/>
          </p:cNvSpPr>
          <p:nvPr/>
        </p:nvSpPr>
        <p:spPr>
          <a:xfrm>
            <a:off x="8416245" y="2547664"/>
            <a:ext cx="3775755" cy="3086554"/>
          </a:xfrm>
          <a:prstGeom prst="rect">
            <a:avLst/>
          </a:prstGeom>
        </p:spPr>
        <p:txBody>
          <a:bodyPr vert="horz" lIns="91440" tIns="45720" rIns="91440" bIns="45720" rtlCol="0">
            <a:normAutofit/>
          </a:bodyPr>
          <a:lstStyle>
            <a:lvl1pPr marL="2857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1pPr>
            <a:lvl2pPr marL="7429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2pPr>
            <a:lvl3pPr marL="12001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3pPr>
            <a:lvl4pPr marL="16573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4pPr>
            <a:lvl5pPr marL="21145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0"/>
            <a:r>
              <a:rPr lang="fr-CA" noProof="1"/>
              <a:t>PowerPoint</a:t>
            </a:r>
          </a:p>
          <a:p>
            <a:endParaRPr lang="fr-CA" dirty="0"/>
          </a:p>
        </p:txBody>
      </p:sp>
    </p:spTree>
    <p:extLst>
      <p:ext uri="{BB962C8B-B14F-4D97-AF65-F5344CB8AC3E}">
        <p14:creationId xmlns:p14="http://schemas.microsoft.com/office/powerpoint/2010/main" val="211703118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rtlCol="0"/>
          <a:lstStyle/>
          <a:p>
            <a:pPr rtl="0"/>
            <a:r>
              <a:rPr lang="fr-CA" dirty="0"/>
              <a:t>Jacob</a:t>
            </a:r>
          </a:p>
        </p:txBody>
      </p:sp>
      <p:sp>
        <p:nvSpPr>
          <p:cNvPr id="5" name="Espace réservé du texte 4">
            <a:extLst>
              <a:ext uri="{FF2B5EF4-FFF2-40B4-BE49-F238E27FC236}">
                <a16:creationId xmlns:a16="http://schemas.microsoft.com/office/drawing/2014/main" id="{F8657664-A458-4DDD-ACC2-1D87FCD6FCA9}"/>
              </a:ext>
            </a:extLst>
          </p:cNvPr>
          <p:cNvSpPr>
            <a:spLocks noGrp="1"/>
          </p:cNvSpPr>
          <p:nvPr>
            <p:ph type="body" idx="1"/>
          </p:nvPr>
        </p:nvSpPr>
        <p:spPr>
          <a:xfrm>
            <a:off x="152399" y="1681163"/>
            <a:ext cx="3160486" cy="823912"/>
          </a:xfrm>
        </p:spPr>
        <p:txBody>
          <a:bodyPr rtlCol="0"/>
          <a:lstStyle/>
          <a:p>
            <a:pPr algn="ctr" rtl="0"/>
            <a:r>
              <a:rPr lang="fr-CA" dirty="0"/>
              <a:t>Sprint 1 </a:t>
            </a:r>
          </a:p>
          <a:p>
            <a:pPr algn="ctr" rtl="0"/>
            <a:r>
              <a:rPr lang="fr-CA" dirty="0"/>
              <a:t>JAVA EE</a:t>
            </a:r>
          </a:p>
        </p:txBody>
      </p:sp>
      <p:sp>
        <p:nvSpPr>
          <p:cNvPr id="6" name="Espace réservé du contenu 5">
            <a:extLst>
              <a:ext uri="{FF2B5EF4-FFF2-40B4-BE49-F238E27FC236}">
                <a16:creationId xmlns:a16="http://schemas.microsoft.com/office/drawing/2014/main" id="{5A6B31B0-7B84-475D-961F-09C0191F91A2}"/>
              </a:ext>
            </a:extLst>
          </p:cNvPr>
          <p:cNvSpPr>
            <a:spLocks noGrp="1"/>
          </p:cNvSpPr>
          <p:nvPr>
            <p:ph sz="half" idx="2"/>
          </p:nvPr>
        </p:nvSpPr>
        <p:spPr>
          <a:xfrm>
            <a:off x="321922" y="2505075"/>
            <a:ext cx="3775755" cy="3081971"/>
          </a:xfrm>
        </p:spPr>
        <p:txBody>
          <a:bodyPr vert="horz" lIns="91440" tIns="45720" rIns="91440" bIns="45720" rtlCol="0" anchor="t">
            <a:normAutofit/>
          </a:bodyPr>
          <a:lstStyle/>
          <a:p>
            <a:pPr rtl="0"/>
            <a:r>
              <a:rPr lang="fr-CA" noProof="1"/>
              <a:t>Pages HTML/JSP messages et forums</a:t>
            </a:r>
          </a:p>
          <a:p>
            <a:pPr rtl="0"/>
            <a:r>
              <a:rPr lang="fr-CA" noProof="1"/>
              <a:t>Contrôleurs  et services messages </a:t>
            </a:r>
          </a:p>
          <a:p>
            <a:r>
              <a:rPr lang="fr-CA" noProof="1"/>
              <a:t>DAO messages</a:t>
            </a:r>
          </a:p>
          <a:p>
            <a:r>
              <a:rPr lang="fr-CA" noProof="1"/>
              <a:t>Classes :  messages et forums</a:t>
            </a:r>
          </a:p>
          <a:p>
            <a:endParaRPr lang="fr-CA" noProof="1"/>
          </a:p>
          <a:p>
            <a:pPr rtl="0"/>
            <a:endParaRPr lang="fr-CA" noProof="1"/>
          </a:p>
        </p:txBody>
      </p:sp>
      <p:sp>
        <p:nvSpPr>
          <p:cNvPr id="7" name="Espace réservé du texte 6">
            <a:extLst>
              <a:ext uri="{FF2B5EF4-FFF2-40B4-BE49-F238E27FC236}">
                <a16:creationId xmlns:a16="http://schemas.microsoft.com/office/drawing/2014/main" id="{578017FE-712E-4E95-B483-B700F1AA4B2A}"/>
              </a:ext>
            </a:extLst>
          </p:cNvPr>
          <p:cNvSpPr>
            <a:spLocks noGrp="1"/>
          </p:cNvSpPr>
          <p:nvPr>
            <p:ph type="body" sz="quarter" idx="3"/>
          </p:nvPr>
        </p:nvSpPr>
        <p:spPr>
          <a:xfrm>
            <a:off x="4591956" y="1648100"/>
            <a:ext cx="3160486" cy="823912"/>
          </a:xfrm>
        </p:spPr>
        <p:txBody>
          <a:bodyPr rtlCol="0"/>
          <a:lstStyle/>
          <a:p>
            <a:pPr algn="ctr" rtl="0"/>
            <a:r>
              <a:rPr lang="fr-CA" dirty="0"/>
              <a:t>Sprint 2 </a:t>
            </a:r>
          </a:p>
          <a:p>
            <a:pPr algn="ctr" rtl="0"/>
            <a:r>
              <a:rPr lang="fr-CA" dirty="0"/>
              <a:t>SPRINGBOOT</a:t>
            </a:r>
          </a:p>
        </p:txBody>
      </p:sp>
      <p:sp>
        <p:nvSpPr>
          <p:cNvPr id="16" name="Espace réservé du contenu 15">
            <a:extLst>
              <a:ext uri="{FF2B5EF4-FFF2-40B4-BE49-F238E27FC236}">
                <a16:creationId xmlns:a16="http://schemas.microsoft.com/office/drawing/2014/main" id="{39C6148D-8C70-49F3-B719-E86C709BFAF9}"/>
              </a:ext>
            </a:extLst>
          </p:cNvPr>
          <p:cNvSpPr>
            <a:spLocks noGrp="1"/>
          </p:cNvSpPr>
          <p:nvPr>
            <p:ph sz="quarter" idx="4"/>
          </p:nvPr>
        </p:nvSpPr>
        <p:spPr>
          <a:xfrm>
            <a:off x="4484915" y="2505076"/>
            <a:ext cx="3775755" cy="3086554"/>
          </a:xfrm>
        </p:spPr>
        <p:txBody>
          <a:bodyPr rtlCol="0"/>
          <a:lstStyle/>
          <a:p>
            <a:pPr rtl="0"/>
            <a:r>
              <a:rPr lang="fr-CA" noProof="1"/>
              <a:t>Thymleaf messages et forums</a:t>
            </a:r>
          </a:p>
          <a:p>
            <a:pPr rtl="0"/>
            <a:r>
              <a:rPr lang="fr-CA" noProof="1"/>
              <a:t>Repositiory : forums</a:t>
            </a:r>
          </a:p>
          <a:p>
            <a:pPr rtl="0"/>
            <a:r>
              <a:rPr lang="fr-CA" noProof="1"/>
              <a:t>Contrôleurs : forums</a:t>
            </a:r>
          </a:p>
          <a:p>
            <a:pPr rtl="0"/>
            <a:r>
              <a:rPr lang="fr-CA" noProof="1"/>
              <a:t>Services : forums et messages</a:t>
            </a:r>
          </a:p>
          <a:p>
            <a:r>
              <a:rPr lang="fr-CA" noProof="1"/>
              <a:t>Entités : forums,messages,utilisateurs,rôles</a:t>
            </a:r>
          </a:p>
          <a:p>
            <a:pPr rtl="0"/>
            <a:endParaRPr lang="fr-CA" dirty="0"/>
          </a:p>
        </p:txBody>
      </p:sp>
      <p:sp>
        <p:nvSpPr>
          <p:cNvPr id="2" name="Espace réservé de la date 1">
            <a:extLst>
              <a:ext uri="{FF2B5EF4-FFF2-40B4-BE49-F238E27FC236}">
                <a16:creationId xmlns:a16="http://schemas.microsoft.com/office/drawing/2014/main" id="{34A7F91F-F80F-48F2-952B-1A28BE488E53}"/>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3" name="Espace réservé du pied de page 2">
            <a:extLst>
              <a:ext uri="{FF2B5EF4-FFF2-40B4-BE49-F238E27FC236}">
                <a16:creationId xmlns:a16="http://schemas.microsoft.com/office/drawing/2014/main" id="{1C02236B-A6B0-4EAA-85D3-7D72C9904E74}"/>
              </a:ext>
            </a:extLst>
          </p:cNvPr>
          <p:cNvSpPr>
            <a:spLocks noGrp="1"/>
          </p:cNvSpPr>
          <p:nvPr>
            <p:ph type="ftr" sz="quarter" idx="11"/>
          </p:nvPr>
        </p:nvSpPr>
        <p:spPr>
          <a:xfrm>
            <a:off x="4038600" y="6356350"/>
            <a:ext cx="4114800" cy="365125"/>
          </a:xfrm>
        </p:spPr>
        <p:txBody>
          <a:bodyPr rtlCol="0"/>
          <a:lstStyle/>
          <a:p>
            <a:pPr rtl="0"/>
            <a:r>
              <a:rPr lang="fr-FR" dirty="0"/>
              <a:t>Plateforme échange culturel et linguistique</a:t>
            </a:r>
            <a:endParaRPr lang="fr-CA" dirty="0"/>
          </a:p>
        </p:txBody>
      </p:sp>
      <p:sp>
        <p:nvSpPr>
          <p:cNvPr id="38" name="Espace réservé du numéro de diapositive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13</a:t>
            </a:fld>
            <a:endParaRPr lang="fr-CA" dirty="0"/>
          </a:p>
        </p:txBody>
      </p:sp>
      <p:sp>
        <p:nvSpPr>
          <p:cNvPr id="8" name="Espace réservé du texte 6">
            <a:extLst>
              <a:ext uri="{FF2B5EF4-FFF2-40B4-BE49-F238E27FC236}">
                <a16:creationId xmlns:a16="http://schemas.microsoft.com/office/drawing/2014/main" id="{587B1623-498E-67AC-E647-28C66DFEF4F1}"/>
              </a:ext>
            </a:extLst>
          </p:cNvPr>
          <p:cNvSpPr txBox="1">
            <a:spLocks/>
          </p:cNvSpPr>
          <p:nvPr/>
        </p:nvSpPr>
        <p:spPr>
          <a:xfrm>
            <a:off x="8523286" y="1690688"/>
            <a:ext cx="3160486" cy="823912"/>
          </a:xfrm>
          <a:prstGeom prst="rect">
            <a:avLst/>
          </a:prstGeom>
        </p:spPr>
        <p:txBody>
          <a:bodyPr vert="horz" lIns="91440" tIns="45720" rIns="91440" bIns="45720" rtlCol="0" anchor="ctr" anchorCtr="0">
            <a:normAutofit/>
          </a:bodyPr>
          <a:lstStyle>
            <a:lvl1pPr marL="0" indent="0" algn="l" defTabSz="914400" rtl="0" eaLnBrk="1" latinLnBrk="0" hangingPunct="1">
              <a:lnSpc>
                <a:spcPct val="90000"/>
              </a:lnSpc>
              <a:spcBef>
                <a:spcPts val="1000"/>
              </a:spcBef>
              <a:buFont typeface="Arial" panose="020B0604020202020204" pitchFamily="34" charset="0"/>
              <a:buNone/>
              <a:defRPr sz="1800" b="0" kern="1200">
                <a:solidFill>
                  <a:schemeClr val="bg1">
                    <a:lumMod val="50000"/>
                  </a:schemeClr>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algn="ctr"/>
            <a:r>
              <a:rPr lang="fr-CA" dirty="0"/>
              <a:t>Sprint  3</a:t>
            </a:r>
          </a:p>
          <a:p>
            <a:pPr algn="ctr"/>
            <a:r>
              <a:rPr lang="fr-CA" dirty="0"/>
              <a:t>ANGULAR</a:t>
            </a:r>
          </a:p>
        </p:txBody>
      </p:sp>
      <p:sp>
        <p:nvSpPr>
          <p:cNvPr id="9" name="Espace réservé du contenu 15">
            <a:extLst>
              <a:ext uri="{FF2B5EF4-FFF2-40B4-BE49-F238E27FC236}">
                <a16:creationId xmlns:a16="http://schemas.microsoft.com/office/drawing/2014/main" id="{2E4FD496-26C3-18A6-14E6-A05656ABD2B9}"/>
              </a:ext>
            </a:extLst>
          </p:cNvPr>
          <p:cNvSpPr txBox="1">
            <a:spLocks/>
          </p:cNvSpPr>
          <p:nvPr/>
        </p:nvSpPr>
        <p:spPr>
          <a:xfrm>
            <a:off x="8416245" y="2547664"/>
            <a:ext cx="3775755" cy="3086554"/>
          </a:xfrm>
          <a:prstGeom prst="rect">
            <a:avLst/>
          </a:prstGeom>
        </p:spPr>
        <p:txBody>
          <a:bodyPr vert="horz" lIns="91440" tIns="45720" rIns="91440" bIns="45720" rtlCol="0">
            <a:normAutofit/>
          </a:bodyPr>
          <a:lstStyle>
            <a:lvl1pPr marL="2857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1pPr>
            <a:lvl2pPr marL="7429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2pPr>
            <a:lvl3pPr marL="12001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3pPr>
            <a:lvl4pPr marL="16573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4pPr>
            <a:lvl5pPr marL="2114550" indent="-285750" algn="l" defTabSz="914400" rtl="0" eaLnBrk="1" latinLnBrk="0" hangingPunct="1">
              <a:lnSpc>
                <a:spcPts val="2400"/>
              </a:lnSpc>
              <a:spcBef>
                <a:spcPts val="1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rtl="0"/>
            <a:r>
              <a:rPr lang="fr-CA" noProof="1"/>
              <a:t>Implémentation de suppression de message dans les forums</a:t>
            </a:r>
          </a:p>
          <a:p>
            <a:pPr rtl="0"/>
            <a:r>
              <a:rPr lang="fr-CA" noProof="1"/>
              <a:t>Afficher une gemme à côté des membres privilègiés</a:t>
            </a:r>
          </a:p>
          <a:p>
            <a:pPr marL="0" indent="0" rtl="0">
              <a:buNone/>
            </a:pPr>
            <a:endParaRPr lang="fr-CA" noProof="1"/>
          </a:p>
          <a:p>
            <a:endParaRPr lang="fr-CA" dirty="0"/>
          </a:p>
        </p:txBody>
      </p:sp>
    </p:spTree>
    <p:extLst>
      <p:ext uri="{BB962C8B-B14F-4D97-AF65-F5344CB8AC3E}">
        <p14:creationId xmlns:p14="http://schemas.microsoft.com/office/powerpoint/2010/main" val="70200766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A4E0A63-A388-49B1-A04E-27CE9BD622EF}"/>
              </a:ext>
            </a:extLst>
          </p:cNvPr>
          <p:cNvSpPr>
            <a:spLocks noGrp="1"/>
          </p:cNvSpPr>
          <p:nvPr>
            <p:ph type="title"/>
          </p:nvPr>
        </p:nvSpPr>
        <p:spPr>
          <a:xfrm>
            <a:off x="838200" y="365125"/>
            <a:ext cx="10515600" cy="1325563"/>
          </a:xfrm>
        </p:spPr>
        <p:txBody>
          <a:bodyPr rtlCol="0"/>
          <a:lstStyle/>
          <a:p>
            <a:pPr rtl="0"/>
            <a:r>
              <a:rPr lang="fr-CA" dirty="0"/>
              <a:t>EXPÉRIENCES ACQUISES</a:t>
            </a:r>
          </a:p>
        </p:txBody>
      </p:sp>
      <p:pic>
        <p:nvPicPr>
          <p:cNvPr id="69" name="Espace réservé du contenu 68" descr="Plan de recherche">
            <a:extLst>
              <a:ext uri="{FF2B5EF4-FFF2-40B4-BE49-F238E27FC236}">
                <a16:creationId xmlns:a16="http://schemas.microsoft.com/office/drawing/2014/main" id="{A9A23FC7-EAC6-43DD-A4F6-0BF937BF6FBA}"/>
              </a:ext>
            </a:extLst>
          </p:cNvPr>
          <p:cNvPicPr>
            <a:picLocks noGrp="1" noChangeAspect="1"/>
          </p:cNvPicPr>
          <p:nvPr>
            <p:ph sz="quarter" idx="13"/>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84531" y="2247214"/>
            <a:ext cx="914400" cy="914400"/>
          </a:xfrm>
        </p:spPr>
      </p:pic>
      <p:sp>
        <p:nvSpPr>
          <p:cNvPr id="8" name="Espace réservé du texte 7">
            <a:extLst>
              <a:ext uri="{FF2B5EF4-FFF2-40B4-BE49-F238E27FC236}">
                <a16:creationId xmlns:a16="http://schemas.microsoft.com/office/drawing/2014/main" id="{F5C3A7BE-F7FC-4942-A31A-491A8A806103}"/>
              </a:ext>
            </a:extLst>
          </p:cNvPr>
          <p:cNvSpPr>
            <a:spLocks noGrp="1"/>
          </p:cNvSpPr>
          <p:nvPr>
            <p:ph type="body" sz="quarter" idx="33"/>
          </p:nvPr>
        </p:nvSpPr>
        <p:spPr>
          <a:xfrm>
            <a:off x="2063600" y="3799982"/>
            <a:ext cx="1980000" cy="360000"/>
          </a:xfrm>
        </p:spPr>
        <p:txBody>
          <a:bodyPr vert="horz" lIns="91440" tIns="45720" rIns="91440" bIns="45720" rtlCol="0" anchor="t">
            <a:noAutofit/>
          </a:bodyPr>
          <a:lstStyle/>
          <a:p>
            <a:pPr rtl="0"/>
            <a:r>
              <a:rPr lang="fr-CA" sz="1800" noProof="1"/>
              <a:t>RECHERCHE</a:t>
            </a:r>
          </a:p>
        </p:txBody>
      </p:sp>
      <p:sp>
        <p:nvSpPr>
          <p:cNvPr id="5" name="Espace réservé du texte 4">
            <a:extLst>
              <a:ext uri="{FF2B5EF4-FFF2-40B4-BE49-F238E27FC236}">
                <a16:creationId xmlns:a16="http://schemas.microsoft.com/office/drawing/2014/main" id="{06E82690-B145-4D4F-B2D1-0B2A8C50FD71}"/>
              </a:ext>
            </a:extLst>
          </p:cNvPr>
          <p:cNvSpPr>
            <a:spLocks noGrp="1"/>
          </p:cNvSpPr>
          <p:nvPr>
            <p:ph type="body" sz="quarter" idx="14"/>
          </p:nvPr>
        </p:nvSpPr>
        <p:spPr>
          <a:xfrm>
            <a:off x="1996925" y="4243718"/>
            <a:ext cx="2103120" cy="1707139"/>
          </a:xfrm>
        </p:spPr>
        <p:txBody>
          <a:bodyPr rtlCol="0">
            <a:noAutofit/>
          </a:bodyPr>
          <a:lstStyle/>
          <a:p>
            <a:pPr rtl="0"/>
            <a:r>
              <a:rPr lang="fr-CA" noProof="1"/>
              <a:t>Nous avons découvert de nouvelles technologies. Nous avons pu nous adapter assez bien.</a:t>
            </a:r>
          </a:p>
        </p:txBody>
      </p:sp>
      <p:pic>
        <p:nvPicPr>
          <p:cNvPr id="82" name="Espace réservé du contenu 81" descr="Schéma du groupe">
            <a:extLst>
              <a:ext uri="{FF2B5EF4-FFF2-40B4-BE49-F238E27FC236}">
                <a16:creationId xmlns:a16="http://schemas.microsoft.com/office/drawing/2014/main" id="{D6F3D77A-EEB6-43C8-A6A3-01C9B69C2072}"/>
              </a:ext>
            </a:extLst>
          </p:cNvPr>
          <p:cNvPicPr>
            <a:picLocks noGrp="1" noChangeAspect="1"/>
          </p:cNvPicPr>
          <p:nvPr>
            <p:ph sz="quarter" idx="15"/>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640786" y="2249595"/>
            <a:ext cx="914400" cy="914400"/>
          </a:xfrm>
        </p:spPr>
      </p:pic>
      <p:sp>
        <p:nvSpPr>
          <p:cNvPr id="9" name="Espace réservé du texte 8">
            <a:extLst>
              <a:ext uri="{FF2B5EF4-FFF2-40B4-BE49-F238E27FC236}">
                <a16:creationId xmlns:a16="http://schemas.microsoft.com/office/drawing/2014/main" id="{95CCE699-03D1-4642-B46A-B14EF17DA183}"/>
              </a:ext>
            </a:extLst>
          </p:cNvPr>
          <p:cNvSpPr>
            <a:spLocks noGrp="1"/>
          </p:cNvSpPr>
          <p:nvPr>
            <p:ph type="body" sz="quarter" idx="35"/>
          </p:nvPr>
        </p:nvSpPr>
        <p:spPr>
          <a:xfrm>
            <a:off x="4891314" y="3799982"/>
            <a:ext cx="2320306" cy="360000"/>
          </a:xfrm>
        </p:spPr>
        <p:txBody>
          <a:bodyPr rtlCol="0">
            <a:noAutofit/>
          </a:bodyPr>
          <a:lstStyle/>
          <a:p>
            <a:pPr rtl="0"/>
            <a:r>
              <a:rPr lang="fr-CA" sz="1800" dirty="0"/>
              <a:t>COLLABORATION</a:t>
            </a:r>
          </a:p>
        </p:txBody>
      </p:sp>
      <p:sp>
        <p:nvSpPr>
          <p:cNvPr id="6" name="Espace réservé du texte 5">
            <a:extLst>
              <a:ext uri="{FF2B5EF4-FFF2-40B4-BE49-F238E27FC236}">
                <a16:creationId xmlns:a16="http://schemas.microsoft.com/office/drawing/2014/main" id="{7640DF9D-0C9E-4C5D-9635-6B4DE10CCEE5}"/>
              </a:ext>
            </a:extLst>
          </p:cNvPr>
          <p:cNvSpPr>
            <a:spLocks noGrp="1"/>
          </p:cNvSpPr>
          <p:nvPr>
            <p:ph type="body" sz="quarter" idx="16"/>
          </p:nvPr>
        </p:nvSpPr>
        <p:spPr>
          <a:xfrm>
            <a:off x="5045984" y="4245990"/>
            <a:ext cx="2103120" cy="1407331"/>
          </a:xfrm>
        </p:spPr>
        <p:txBody>
          <a:bodyPr vert="horz" lIns="91440" tIns="45720" rIns="91440" bIns="45720" rtlCol="0" anchor="t">
            <a:noAutofit/>
          </a:bodyPr>
          <a:lstStyle/>
          <a:p>
            <a:pPr rtl="0"/>
            <a:r>
              <a:rPr lang="fr-CA" noProof="1"/>
              <a:t>Nous avons appris à collaborer avec des personnes qu’on ne connaissait pas à la base</a:t>
            </a:r>
          </a:p>
        </p:txBody>
      </p:sp>
      <p:pic>
        <p:nvPicPr>
          <p:cNvPr id="84" name="Espace réservé du contenu 83" descr="Structure de l’architecture">
            <a:extLst>
              <a:ext uri="{FF2B5EF4-FFF2-40B4-BE49-F238E27FC236}">
                <a16:creationId xmlns:a16="http://schemas.microsoft.com/office/drawing/2014/main" id="{28DD844E-E1CA-48AD-A483-B4880D131CD9}"/>
              </a:ext>
            </a:extLst>
          </p:cNvPr>
          <p:cNvPicPr>
            <a:picLocks noGrp="1" noChangeAspect="1"/>
          </p:cNvPicPr>
          <p:nvPr>
            <p:ph sz="quarter" idx="17"/>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682119" y="2245627"/>
            <a:ext cx="914400" cy="914400"/>
          </a:xfrm>
        </p:spPr>
      </p:pic>
      <p:sp>
        <p:nvSpPr>
          <p:cNvPr id="10" name="Espace réservé du texte 9">
            <a:extLst>
              <a:ext uri="{FF2B5EF4-FFF2-40B4-BE49-F238E27FC236}">
                <a16:creationId xmlns:a16="http://schemas.microsoft.com/office/drawing/2014/main" id="{BC1DF189-6F2F-4C21-88CC-C82D3D0D147B}"/>
              </a:ext>
            </a:extLst>
          </p:cNvPr>
          <p:cNvSpPr>
            <a:spLocks noGrp="1"/>
          </p:cNvSpPr>
          <p:nvPr>
            <p:ph type="body" sz="quarter" idx="37"/>
          </p:nvPr>
        </p:nvSpPr>
        <p:spPr>
          <a:xfrm>
            <a:off x="8153399" y="3799982"/>
            <a:ext cx="2320305" cy="441456"/>
          </a:xfrm>
        </p:spPr>
        <p:txBody>
          <a:bodyPr vert="horz" lIns="91440" tIns="45720" rIns="91440" bIns="45720" rtlCol="0" anchor="t">
            <a:normAutofit fontScale="85000" lnSpcReduction="20000"/>
          </a:bodyPr>
          <a:lstStyle/>
          <a:p>
            <a:pPr rtl="0"/>
            <a:r>
              <a:rPr lang="fr-CA" sz="1800" noProof="1"/>
              <a:t>GESTION DU STRESSE ET ORGANISATION</a:t>
            </a:r>
          </a:p>
        </p:txBody>
      </p:sp>
      <p:sp>
        <p:nvSpPr>
          <p:cNvPr id="7" name="Espace réservé du texte 6">
            <a:extLst>
              <a:ext uri="{FF2B5EF4-FFF2-40B4-BE49-F238E27FC236}">
                <a16:creationId xmlns:a16="http://schemas.microsoft.com/office/drawing/2014/main" id="{40297407-CE4E-4284-879D-AEC395713625}"/>
              </a:ext>
            </a:extLst>
          </p:cNvPr>
          <p:cNvSpPr>
            <a:spLocks noGrp="1"/>
          </p:cNvSpPr>
          <p:nvPr>
            <p:ph type="body" sz="quarter" idx="18"/>
          </p:nvPr>
        </p:nvSpPr>
        <p:spPr>
          <a:xfrm>
            <a:off x="8089013" y="4241438"/>
            <a:ext cx="2103120" cy="1407331"/>
          </a:xfrm>
        </p:spPr>
        <p:txBody>
          <a:bodyPr rtlCol="0">
            <a:noAutofit/>
          </a:bodyPr>
          <a:lstStyle/>
          <a:p>
            <a:pPr rtl="0"/>
            <a:r>
              <a:rPr lang="fr-CA" noProof="1"/>
              <a:t>Cette expérience nous a incité à développer une certaine endurance face au stress </a:t>
            </a:r>
          </a:p>
        </p:txBody>
      </p:sp>
      <p:sp>
        <p:nvSpPr>
          <p:cNvPr id="67" name="Espace réservé de la date 66">
            <a:extLst>
              <a:ext uri="{FF2B5EF4-FFF2-40B4-BE49-F238E27FC236}">
                <a16:creationId xmlns:a16="http://schemas.microsoft.com/office/drawing/2014/main" id="{C5C9AB6C-B8FC-40C9-A0D0-4D653995F1B1}"/>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3" name="Espace réservé du pied de page 2">
            <a:extLst>
              <a:ext uri="{FF2B5EF4-FFF2-40B4-BE49-F238E27FC236}">
                <a16:creationId xmlns:a16="http://schemas.microsoft.com/office/drawing/2014/main" id="{005C44B1-BA82-483C-BD91-F89067442F9E}"/>
              </a:ext>
            </a:extLst>
          </p:cNvPr>
          <p:cNvSpPr>
            <a:spLocks noGrp="1"/>
          </p:cNvSpPr>
          <p:nvPr>
            <p:ph type="ftr" sz="quarter" idx="11"/>
          </p:nvPr>
        </p:nvSpPr>
        <p:spPr>
          <a:xfrm>
            <a:off x="4038600" y="6356350"/>
            <a:ext cx="4114800" cy="365125"/>
          </a:xfrm>
        </p:spPr>
        <p:txBody>
          <a:bodyPr rtlCol="0"/>
          <a:lstStyle/>
          <a:p>
            <a:pPr rtl="0"/>
            <a:r>
              <a:rPr lang="fr-CA" dirty="0"/>
              <a:t>Plateforme  échanges culturels et linguistiques</a:t>
            </a:r>
          </a:p>
        </p:txBody>
      </p:sp>
      <p:sp>
        <p:nvSpPr>
          <p:cNvPr id="68" name="Espace réservé du numéro de diapositive 67">
            <a:extLst>
              <a:ext uri="{FF2B5EF4-FFF2-40B4-BE49-F238E27FC236}">
                <a16:creationId xmlns:a16="http://schemas.microsoft.com/office/drawing/2014/main" id="{B021EF79-3E65-41F9-83B6-DC0B2A51E33B}"/>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14</a:t>
            </a:fld>
            <a:endParaRPr lang="fr-CA" dirty="0"/>
          </a:p>
        </p:txBody>
      </p:sp>
    </p:spTree>
    <p:extLst>
      <p:ext uri="{BB962C8B-B14F-4D97-AF65-F5344CB8AC3E}">
        <p14:creationId xmlns:p14="http://schemas.microsoft.com/office/powerpoint/2010/main" val="157752925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8FFA191-5CCC-43CB-BD83-4F80ED362608}"/>
              </a:ext>
            </a:extLst>
          </p:cNvPr>
          <p:cNvSpPr>
            <a:spLocks noGrp="1"/>
          </p:cNvSpPr>
          <p:nvPr>
            <p:ph type="title"/>
          </p:nvPr>
        </p:nvSpPr>
        <p:spPr>
          <a:xfrm>
            <a:off x="6350093" y="3429000"/>
            <a:ext cx="5486400" cy="1325563"/>
          </a:xfrm>
        </p:spPr>
        <p:txBody>
          <a:bodyPr rtlCol="0"/>
          <a:lstStyle/>
          <a:p>
            <a:pPr rtl="0"/>
            <a:r>
              <a:rPr lang="fr-CA" dirty="0" err="1"/>
              <a:t>DÉmONSTRATION</a:t>
            </a:r>
            <a:endParaRPr lang="fr-CA" dirty="0"/>
          </a:p>
        </p:txBody>
      </p:sp>
      <p:sp>
        <p:nvSpPr>
          <p:cNvPr id="4" name="Espace réservé de la date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5" name="Espace réservé du pied de page 4">
            <a:extLst>
              <a:ext uri="{FF2B5EF4-FFF2-40B4-BE49-F238E27FC236}">
                <a16:creationId xmlns:a16="http://schemas.microsoft.com/office/drawing/2014/main" id="{90A0DE57-FED1-462B-9C3B-B490B238436D}"/>
              </a:ext>
            </a:extLst>
          </p:cNvPr>
          <p:cNvSpPr>
            <a:spLocks noGrp="1"/>
          </p:cNvSpPr>
          <p:nvPr>
            <p:ph type="ftr" sz="quarter" idx="11"/>
          </p:nvPr>
        </p:nvSpPr>
        <p:spPr>
          <a:xfrm>
            <a:off x="4038600" y="6356350"/>
            <a:ext cx="4114800" cy="365125"/>
          </a:xfrm>
        </p:spPr>
        <p:txBody>
          <a:bodyPr rtlCol="0"/>
          <a:lstStyle/>
          <a:p>
            <a:pPr rtl="0"/>
            <a:r>
              <a:rPr lang="fr-CA" dirty="0"/>
              <a:t>Plateforme  échanges culturels et linguistiques</a:t>
            </a:r>
          </a:p>
        </p:txBody>
      </p:sp>
      <p:sp>
        <p:nvSpPr>
          <p:cNvPr id="26" name="Espace réservé du numéro de diapositive 25">
            <a:extLst>
              <a:ext uri="{FF2B5EF4-FFF2-40B4-BE49-F238E27FC236}">
                <a16:creationId xmlns:a16="http://schemas.microsoft.com/office/drawing/2014/main" id="{D5B91C7E-39EC-4D18-BBDA-F8911C724E07}"/>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15</a:t>
            </a:fld>
            <a:endParaRPr lang="fr-CA"/>
          </a:p>
        </p:txBody>
      </p:sp>
    </p:spTree>
    <p:extLst>
      <p:ext uri="{BB962C8B-B14F-4D97-AF65-F5344CB8AC3E}">
        <p14:creationId xmlns:p14="http://schemas.microsoft.com/office/powerpoint/2010/main" val="9201739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r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rtlCol="0"/>
          <a:lstStyle/>
          <a:p>
            <a:pPr rtl="0"/>
            <a:r>
              <a:rPr lang="fr-CA"/>
              <a:t>MERCI</a:t>
            </a:r>
          </a:p>
        </p:txBody>
      </p:sp>
      <p:sp>
        <p:nvSpPr>
          <p:cNvPr id="37" name="Espace réservé du texte 36">
            <a:extLst>
              <a:ext uri="{FF2B5EF4-FFF2-40B4-BE49-F238E27FC236}">
                <a16:creationId xmlns:a16="http://schemas.microsoft.com/office/drawing/2014/main" id="{F8701B31-AB7C-4E0A-952E-ACAC522AF3F8}"/>
              </a:ext>
            </a:extLst>
          </p:cNvPr>
          <p:cNvSpPr>
            <a:spLocks noGrp="1"/>
          </p:cNvSpPr>
          <p:nvPr>
            <p:ph type="body" sz="quarter" idx="13"/>
          </p:nvPr>
        </p:nvSpPr>
        <p:spPr>
          <a:xfrm>
            <a:off x="1023258" y="3191256"/>
            <a:ext cx="4114800" cy="1798639"/>
          </a:xfrm>
        </p:spPr>
        <p:txBody>
          <a:bodyPr rtlCol="0">
            <a:normAutofit/>
          </a:bodyPr>
          <a:lstStyle/>
          <a:p>
            <a:pPr rtl="0"/>
            <a:r>
              <a:rPr lang="fr-CA" dirty="0"/>
              <a:t>L’équipe de </a:t>
            </a:r>
            <a:r>
              <a:rPr lang="fr-CA" dirty="0" err="1"/>
              <a:t>Lingo</a:t>
            </a:r>
            <a:r>
              <a:rPr lang="fr-CA" dirty="0"/>
              <a:t> Ringo</a:t>
            </a:r>
          </a:p>
          <a:p>
            <a:pPr rtl="0"/>
            <a:r>
              <a:rPr lang="fr-CA" dirty="0"/>
              <a:t>514-376-1620</a:t>
            </a:r>
          </a:p>
          <a:p>
            <a:pPr rtl="0"/>
            <a:r>
              <a:rPr lang="fr-CA" dirty="0">
                <a:hlinkClick r:id="rId3"/>
              </a:rPr>
              <a:t>lingoringo.confirmation@outlook.fr</a:t>
            </a:r>
            <a:r>
              <a:rPr lang="fr-CA" dirty="0"/>
              <a:t> </a:t>
            </a:r>
          </a:p>
        </p:txBody>
      </p:sp>
      <p:sp>
        <p:nvSpPr>
          <p:cNvPr id="4" name="Espace réservé de la date 3">
            <a:extLst>
              <a:ext uri="{FF2B5EF4-FFF2-40B4-BE49-F238E27FC236}">
                <a16:creationId xmlns:a16="http://schemas.microsoft.com/office/drawing/2014/main" id="{5E9C9CF3-789B-4F9F-8F03-9C35C87C63CD}"/>
              </a:ext>
            </a:extLst>
          </p:cNvPr>
          <p:cNvSpPr>
            <a:spLocks noGrp="1"/>
          </p:cNvSpPr>
          <p:nvPr>
            <p:ph type="dt" sz="half" idx="10"/>
          </p:nvPr>
        </p:nvSpPr>
        <p:spPr>
          <a:xfrm>
            <a:off x="838200" y="6356350"/>
            <a:ext cx="2743200" cy="365125"/>
          </a:xfrm>
        </p:spPr>
        <p:txBody>
          <a:bodyPr rtlCol="0"/>
          <a:lstStyle/>
          <a:p>
            <a:pPr rtl="0"/>
            <a:r>
              <a:rPr lang="fr-CA" dirty="0"/>
              <a:t>30 mai 2024</a:t>
            </a:r>
          </a:p>
        </p:txBody>
      </p:sp>
      <p:sp>
        <p:nvSpPr>
          <p:cNvPr id="5" name="Espace réservé du pied de page 4">
            <a:extLst>
              <a:ext uri="{FF2B5EF4-FFF2-40B4-BE49-F238E27FC236}">
                <a16:creationId xmlns:a16="http://schemas.microsoft.com/office/drawing/2014/main" id="{AB42D8F5-6E48-4FFF-A481-06916758090C}"/>
              </a:ext>
            </a:extLst>
          </p:cNvPr>
          <p:cNvSpPr>
            <a:spLocks noGrp="1"/>
          </p:cNvSpPr>
          <p:nvPr>
            <p:ph type="ftr" sz="quarter" idx="11"/>
          </p:nvPr>
        </p:nvSpPr>
        <p:spPr>
          <a:xfrm>
            <a:off x="4038600" y="6356350"/>
            <a:ext cx="4114800" cy="365125"/>
          </a:xfrm>
        </p:spPr>
        <p:txBody>
          <a:bodyPr rtlCol="0"/>
          <a:lstStyle/>
          <a:p>
            <a:pPr rtl="0"/>
            <a:r>
              <a:rPr lang="fr-CA" dirty="0"/>
              <a:t>Plateforme  échanges culturels et linguistiques</a:t>
            </a:r>
          </a:p>
        </p:txBody>
      </p:sp>
      <p:sp>
        <p:nvSpPr>
          <p:cNvPr id="6" name="Espace réservé du numéro de diapositive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fr-CA" smtClean="0"/>
              <a:pPr rtl="0"/>
              <a:t>16</a:t>
            </a:fld>
            <a:endParaRPr lang="fr-CA"/>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Thème Offic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514_TF16411248_Win32" id="{463F3A13-4990-452A-B6E5-2FD8680C31B0}" vid="{E9E1A795-A438-4B57-856D-295DF57C535B}"/>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customXml/itemProps2.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042A908-4308-42B2-AD36-76827C57E704}">
  <ds:schemaRefs>
    <ds:schemaRef ds:uri="http://schemas.microsoft.com/sharepoint/v3/contenttype/forms"/>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{C0C17702-096D-4A10-8FDF-4AEE5FF3C5B3}tf16411248_win32</Template>
  <TotalTime>551</TotalTime>
  <Words>992</Words>
  <Application>Microsoft Office PowerPoint</Application>
  <PresentationFormat>Grand écran</PresentationFormat>
  <Paragraphs>203</Paragraphs>
  <Slides>16</Slides>
  <Notes>16</Notes>
  <HiddenSlides>0</HiddenSlides>
  <MMClips>0</MMClips>
  <ScaleCrop>false</ScaleCrop>
  <HeadingPairs>
    <vt:vector size="6" baseType="variant">
      <vt:variant>
        <vt:lpstr>Polices utilisées</vt:lpstr>
      </vt:variant>
      <vt:variant>
        <vt:i4>4</vt:i4>
      </vt:variant>
      <vt:variant>
        <vt:lpstr>Thème</vt:lpstr>
      </vt:variant>
      <vt:variant>
        <vt:i4>1</vt:i4>
      </vt:variant>
      <vt:variant>
        <vt:lpstr>Titres des diapositives</vt:lpstr>
      </vt:variant>
      <vt:variant>
        <vt:i4>16</vt:i4>
      </vt:variant>
    </vt:vector>
  </HeadingPairs>
  <TitlesOfParts>
    <vt:vector size="21" baseType="lpstr">
      <vt:lpstr>Arial</vt:lpstr>
      <vt:lpstr>Avenir Next LT Pro Light</vt:lpstr>
      <vt:lpstr>Calibri</vt:lpstr>
      <vt:lpstr>Posterama</vt:lpstr>
      <vt:lpstr>Thème Office</vt:lpstr>
      <vt:lpstr>LINGO RINGO</vt:lpstr>
      <vt:lpstr>Sommaire</vt:lpstr>
      <vt:lpstr>COMPARAISON DU MARCHÉ</vt:lpstr>
      <vt:lpstr>Mise en contexte</vt:lpstr>
      <vt:lpstr>Acteurs et fonctionnalités </vt:lpstr>
      <vt:lpstr>PROBLÈMES Rencontrés</vt:lpstr>
      <vt:lpstr>SOLUTIONS</vt:lpstr>
      <vt:lpstr>AVANTAGES DE Notre site</vt:lpstr>
      <vt:lpstr>Contribution de chacun des membres</vt:lpstr>
      <vt:lpstr>Youssef</vt:lpstr>
      <vt:lpstr>RAFAEL</vt:lpstr>
      <vt:lpstr>DAVE</vt:lpstr>
      <vt:lpstr>Jacob</vt:lpstr>
      <vt:lpstr>EXPÉRIENCES ACQUISES</vt:lpstr>
      <vt:lpstr>DÉmONSTRATION</vt:lpstr>
      <vt:lpstr>MERCI</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Plateforme d’Échanges Cuturels et Lingustiques</dc:title>
  <dc:creator>Jean Baptiste Dave Sendy</dc:creator>
  <cp:lastModifiedBy>Jean Baptiste Dave Sendy</cp:lastModifiedBy>
  <cp:revision>17</cp:revision>
  <dcterms:created xsi:type="dcterms:W3CDTF">2024-05-28T01:33:18Z</dcterms:created>
  <dcterms:modified xsi:type="dcterms:W3CDTF">2024-05-30T03:02:33Z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